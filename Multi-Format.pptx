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4660"/>
  </p:normalViewPr>
  <p:slideViewPr>
    <p:cSldViewPr snapToGrid="0">
      <p:cViewPr>
        <p:scale>
          <a:sx n="120" d="100"/>
          <a:sy n="120" d="100"/>
        </p:scale>
        <p:origin x="80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8DA557-CAB6-144D-897F-52860BD9E949}" type="doc">
      <dgm:prSet loTypeId="urn:microsoft.com/office/officeart/2005/8/layout/b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1E99061-DF81-F046-ABD2-5E91ED49684F}">
      <dgm:prSet phldrT="[Text]"/>
      <dgm:spPr/>
      <dgm:t>
        <a:bodyPr/>
        <a:lstStyle/>
        <a:p>
          <a:r>
            <a:rPr lang="en-GB" dirty="0"/>
            <a:t>Problem Statement</a:t>
          </a:r>
        </a:p>
      </dgm:t>
    </dgm:pt>
    <dgm:pt modelId="{FD9B86D5-8BE3-4C4B-BC5C-BEBC29A96DC5}" type="parTrans" cxnId="{56D64D85-0F7B-504E-BB4A-0E29C2189A7D}">
      <dgm:prSet/>
      <dgm:spPr/>
      <dgm:t>
        <a:bodyPr/>
        <a:lstStyle/>
        <a:p>
          <a:endParaRPr lang="en-GB"/>
        </a:p>
      </dgm:t>
    </dgm:pt>
    <dgm:pt modelId="{67062B94-E9E0-8A4F-A379-886978AE0375}" type="sibTrans" cxnId="{56D64D85-0F7B-504E-BB4A-0E29C2189A7D}">
      <dgm:prSet/>
      <dgm:spPr/>
      <dgm:t>
        <a:bodyPr/>
        <a:lstStyle/>
        <a:p>
          <a:endParaRPr lang="en-GB"/>
        </a:p>
      </dgm:t>
    </dgm:pt>
    <dgm:pt modelId="{04A4A73F-E3DB-8F4D-8FB8-2795575A0C30}">
      <dgm:prSet phldrT="[Text]"/>
      <dgm:spPr/>
      <dgm:t>
        <a:bodyPr/>
        <a:lstStyle/>
        <a:p>
          <a:r>
            <a:rPr lang="en-GB" dirty="0"/>
            <a:t>Objectives:</a:t>
          </a:r>
        </a:p>
      </dgm:t>
    </dgm:pt>
    <dgm:pt modelId="{DD86C402-4885-314B-ADAC-399AC267F52F}" type="parTrans" cxnId="{B9568B76-92AF-5448-B26C-4086E235F483}">
      <dgm:prSet/>
      <dgm:spPr/>
      <dgm:t>
        <a:bodyPr/>
        <a:lstStyle/>
        <a:p>
          <a:endParaRPr lang="en-GB"/>
        </a:p>
      </dgm:t>
    </dgm:pt>
    <dgm:pt modelId="{C5891987-3E8C-5F40-9162-21B3049F5DF7}" type="sibTrans" cxnId="{B9568B76-92AF-5448-B26C-4086E235F483}">
      <dgm:prSet/>
      <dgm:spPr/>
      <dgm:t>
        <a:bodyPr/>
        <a:lstStyle/>
        <a:p>
          <a:endParaRPr lang="en-GB"/>
        </a:p>
      </dgm:t>
    </dgm:pt>
    <dgm:pt modelId="{9C85F959-F9E5-9A40-A646-9851428E9DC1}">
      <dgm:prSet/>
      <dgm:spPr/>
      <dgm:t>
        <a:bodyPr/>
        <a:lstStyle/>
        <a:p>
          <a:r>
            <a:rPr lang="en-GB" dirty="0"/>
            <a:t>Solution </a:t>
          </a:r>
        </a:p>
      </dgm:t>
    </dgm:pt>
    <dgm:pt modelId="{24353BD3-82D3-0740-9CF3-C3E683C24C45}" type="parTrans" cxnId="{02B73B16-E0D1-DA41-A521-39E42DFE6D8E}">
      <dgm:prSet/>
      <dgm:spPr/>
      <dgm:t>
        <a:bodyPr/>
        <a:lstStyle/>
        <a:p>
          <a:endParaRPr lang="en-GB"/>
        </a:p>
      </dgm:t>
    </dgm:pt>
    <dgm:pt modelId="{5EF02AD2-250B-9847-B892-566AEAB9A90B}" type="sibTrans" cxnId="{02B73B16-E0D1-DA41-A521-39E42DFE6D8E}">
      <dgm:prSet/>
      <dgm:spPr/>
      <dgm:t>
        <a:bodyPr/>
        <a:lstStyle/>
        <a:p>
          <a:endParaRPr lang="en-GB"/>
        </a:p>
      </dgm:t>
    </dgm:pt>
    <dgm:pt modelId="{11A65743-AACB-4F40-8EDE-B2AE2B98A966}">
      <dgm:prSet custT="1"/>
      <dgm:spPr/>
      <dgm:t>
        <a:bodyPr/>
        <a:lstStyle/>
        <a:p>
          <a:pPr>
            <a:buNone/>
          </a:pPr>
          <a:r>
            <a:rPr lang="en-IN" sz="900" dirty="0"/>
            <a:t>Extracting meaningful insights from diverse document formats spread across systems is a major challenge.</a:t>
          </a:r>
          <a:br>
            <a:rPr lang="en-IN" sz="900" dirty="0"/>
          </a:br>
          <a:r>
            <a:rPr lang="en-IN" sz="900" dirty="0"/>
            <a:t>Traditional search fails to understand </a:t>
          </a:r>
          <a:r>
            <a:rPr lang="en-IN" sz="900" b="1" dirty="0"/>
            <a:t>entity relationships</a:t>
          </a:r>
          <a:r>
            <a:rPr lang="en-IN" sz="900" dirty="0"/>
            <a:t> and provide </a:t>
          </a:r>
          <a:r>
            <a:rPr lang="en-IN" sz="900" b="1" dirty="0"/>
            <a:t>context-aware answers</a:t>
          </a:r>
          <a:r>
            <a:rPr lang="en-IN" sz="900" dirty="0"/>
            <a:t>.</a:t>
          </a:r>
          <a:endParaRPr lang="en-GB" sz="900" dirty="0"/>
        </a:p>
      </dgm:t>
    </dgm:pt>
    <dgm:pt modelId="{C3C67CFF-C64E-5646-BC7B-D35BFC713F55}" type="parTrans" cxnId="{4A0377DC-09FD-0D46-8687-99F00D0BFA7B}">
      <dgm:prSet/>
      <dgm:spPr/>
      <dgm:t>
        <a:bodyPr/>
        <a:lstStyle/>
        <a:p>
          <a:endParaRPr lang="en-GB"/>
        </a:p>
      </dgm:t>
    </dgm:pt>
    <dgm:pt modelId="{E4D2ED35-9071-C54E-9374-C9410486B41D}" type="sibTrans" cxnId="{4A0377DC-09FD-0D46-8687-99F00D0BFA7B}">
      <dgm:prSet/>
      <dgm:spPr/>
      <dgm:t>
        <a:bodyPr/>
        <a:lstStyle/>
        <a:p>
          <a:endParaRPr lang="en-GB"/>
        </a:p>
      </dgm:t>
    </dgm:pt>
    <dgm:pt modelId="{A658413D-714E-414C-8545-37F96B5AB778}">
      <dgm:prSet custT="1"/>
      <dgm:spPr/>
      <dgm:t>
        <a:bodyPr/>
        <a:lstStyle/>
        <a:p>
          <a:pPr>
            <a:buNone/>
          </a:pPr>
          <a:r>
            <a:rPr lang="en-IN" sz="800" b="1" dirty="0"/>
            <a:t>Build intelligent document analysis with seamless processing and contextual understanding.</a:t>
          </a:r>
          <a:endParaRPr lang="en-GB" sz="800" dirty="0"/>
        </a:p>
      </dgm:t>
    </dgm:pt>
    <dgm:pt modelId="{296AFAFA-EA9F-474C-A55C-19A860133E1E}" type="parTrans" cxnId="{ED87DBE8-EFD0-4941-9370-6FDFA76892BA}">
      <dgm:prSet/>
      <dgm:spPr/>
      <dgm:t>
        <a:bodyPr/>
        <a:lstStyle/>
        <a:p>
          <a:endParaRPr lang="en-GB"/>
        </a:p>
      </dgm:t>
    </dgm:pt>
    <dgm:pt modelId="{FB078FD0-01FB-B64D-9BFC-922F1D25AA2B}" type="sibTrans" cxnId="{ED87DBE8-EFD0-4941-9370-6FDFA76892BA}">
      <dgm:prSet/>
      <dgm:spPr/>
      <dgm:t>
        <a:bodyPr/>
        <a:lstStyle/>
        <a:p>
          <a:endParaRPr lang="en-GB"/>
        </a:p>
      </dgm:t>
    </dgm:pt>
    <dgm:pt modelId="{F78B3909-DA7E-A84E-9E27-D0B3C15C37F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900" b="1" dirty="0"/>
            <a:t>Diverse formats:</a:t>
          </a:r>
          <a:r>
            <a:rPr lang="en-IN" sz="900" dirty="0"/>
            <a:t> PDF, Excel, PowerPoint, Word</a:t>
          </a:r>
        </a:p>
      </dgm:t>
    </dgm:pt>
    <dgm:pt modelId="{0B579F01-F801-D146-A7DF-397F33616EDB}" type="parTrans" cxnId="{9E61DB53-0B81-B041-8A9E-96BA0EF8D47D}">
      <dgm:prSet/>
      <dgm:spPr/>
      <dgm:t>
        <a:bodyPr/>
        <a:lstStyle/>
        <a:p>
          <a:endParaRPr lang="en-GB"/>
        </a:p>
      </dgm:t>
    </dgm:pt>
    <dgm:pt modelId="{E3F0309F-5D2C-F448-AB17-DCE6DBA3AC5B}" type="sibTrans" cxnId="{9E61DB53-0B81-B041-8A9E-96BA0EF8D47D}">
      <dgm:prSet/>
      <dgm:spPr/>
      <dgm:t>
        <a:bodyPr/>
        <a:lstStyle/>
        <a:p>
          <a:endParaRPr lang="en-GB"/>
        </a:p>
      </dgm:t>
    </dgm:pt>
    <dgm:pt modelId="{26011BBD-F449-8045-9914-6D3413C60B6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900" b="1" dirty="0"/>
            <a:t>No understanding:</a:t>
          </a:r>
          <a:r>
            <a:rPr lang="en-IN" sz="900" dirty="0"/>
            <a:t> Text is read, not understood</a:t>
          </a:r>
        </a:p>
      </dgm:t>
    </dgm:pt>
    <dgm:pt modelId="{F1323CEF-115E-D943-BB51-7ADBA07D9B77}" type="parTrans" cxnId="{3639734A-3DA0-3644-8C79-01528D2099B8}">
      <dgm:prSet/>
      <dgm:spPr/>
      <dgm:t>
        <a:bodyPr/>
        <a:lstStyle/>
        <a:p>
          <a:endParaRPr lang="en-GB"/>
        </a:p>
      </dgm:t>
    </dgm:pt>
    <dgm:pt modelId="{0E10AAC7-B900-C242-BC08-AC0CBCAAF59C}" type="sibTrans" cxnId="{3639734A-3DA0-3644-8C79-01528D2099B8}">
      <dgm:prSet/>
      <dgm:spPr/>
      <dgm:t>
        <a:bodyPr/>
        <a:lstStyle/>
        <a:p>
          <a:endParaRPr lang="en-GB"/>
        </a:p>
      </dgm:t>
    </dgm:pt>
    <dgm:pt modelId="{6BCDA575-1E52-044A-805E-FEBD593061F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900" b="1" dirty="0"/>
            <a:t>Disconnected data:</a:t>
          </a:r>
          <a:r>
            <a:rPr lang="en-IN" sz="900" dirty="0"/>
            <a:t> No entity linking or relationships</a:t>
          </a:r>
        </a:p>
      </dgm:t>
    </dgm:pt>
    <dgm:pt modelId="{D5006EDE-F5CE-4A40-8943-CB4C864CE0C6}" type="parTrans" cxnId="{62130D33-3764-EF40-9538-D118724FB636}">
      <dgm:prSet/>
      <dgm:spPr/>
      <dgm:t>
        <a:bodyPr/>
        <a:lstStyle/>
        <a:p>
          <a:endParaRPr lang="en-GB"/>
        </a:p>
      </dgm:t>
    </dgm:pt>
    <dgm:pt modelId="{8A4893D9-B4E6-ED4F-8090-4C5B15647F12}" type="sibTrans" cxnId="{62130D33-3764-EF40-9538-D118724FB636}">
      <dgm:prSet/>
      <dgm:spPr/>
      <dgm:t>
        <a:bodyPr/>
        <a:lstStyle/>
        <a:p>
          <a:endParaRPr lang="en-GB"/>
        </a:p>
      </dgm:t>
    </dgm:pt>
    <dgm:pt modelId="{27F8101D-A736-B840-82CA-B0DAAF8DA36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900" b="1" dirty="0"/>
            <a:t>Weak context retention:</a:t>
          </a:r>
          <a:r>
            <a:rPr lang="en-IN" sz="900" dirty="0"/>
            <a:t> Missing context and depth</a:t>
          </a:r>
        </a:p>
      </dgm:t>
    </dgm:pt>
    <dgm:pt modelId="{AD954758-EB97-A345-8562-A2C9DD15D34A}" type="parTrans" cxnId="{135B676C-A10A-A64D-A464-34EA8D0F1F16}">
      <dgm:prSet/>
      <dgm:spPr/>
      <dgm:t>
        <a:bodyPr/>
        <a:lstStyle/>
        <a:p>
          <a:endParaRPr lang="en-GB"/>
        </a:p>
      </dgm:t>
    </dgm:pt>
    <dgm:pt modelId="{2796D9C3-E690-744A-A74A-3FFB7816F3CF}" type="sibTrans" cxnId="{135B676C-A10A-A64D-A464-34EA8D0F1F16}">
      <dgm:prSet/>
      <dgm:spPr/>
      <dgm:t>
        <a:bodyPr/>
        <a:lstStyle/>
        <a:p>
          <a:endParaRPr lang="en-GB"/>
        </a:p>
      </dgm:t>
    </dgm:pt>
    <dgm:pt modelId="{11654B6E-B099-BC4E-971A-E727FE770A6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b="1" dirty="0"/>
            <a:t>Multi-format support:</a:t>
          </a:r>
          <a:r>
            <a:rPr lang="en-IN" sz="800" dirty="0"/>
            <a:t> PDF, Excel, PowerPoint, Word</a:t>
          </a:r>
        </a:p>
      </dgm:t>
    </dgm:pt>
    <dgm:pt modelId="{8FDDE93A-B68F-344C-8793-4B17E0DF4092}" type="parTrans" cxnId="{0EE3302A-4FD3-E846-B4DC-ACDD2F1BB8BB}">
      <dgm:prSet/>
      <dgm:spPr/>
      <dgm:t>
        <a:bodyPr/>
        <a:lstStyle/>
        <a:p>
          <a:endParaRPr lang="en-GB"/>
        </a:p>
      </dgm:t>
    </dgm:pt>
    <dgm:pt modelId="{7688CFD6-65F3-6E44-A0E1-61F063BA0EAD}" type="sibTrans" cxnId="{0EE3302A-4FD3-E846-B4DC-ACDD2F1BB8BB}">
      <dgm:prSet/>
      <dgm:spPr/>
      <dgm:t>
        <a:bodyPr/>
        <a:lstStyle/>
        <a:p>
          <a:endParaRPr lang="en-GB"/>
        </a:p>
      </dgm:t>
    </dgm:pt>
    <dgm:pt modelId="{7730C6AE-07D9-8C4B-8321-D3896DB126F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b="1" dirty="0"/>
            <a:t>Knowledge graphs:</a:t>
          </a:r>
          <a:r>
            <a:rPr lang="en-IN" sz="800" dirty="0"/>
            <a:t> Connect entities and relationships</a:t>
          </a:r>
        </a:p>
      </dgm:t>
    </dgm:pt>
    <dgm:pt modelId="{EFD0FDA3-DC75-6F4C-B069-5B57ECE29179}" type="parTrans" cxnId="{551C7779-03E6-5C4A-A93E-F168F6111330}">
      <dgm:prSet/>
      <dgm:spPr/>
      <dgm:t>
        <a:bodyPr/>
        <a:lstStyle/>
        <a:p>
          <a:endParaRPr lang="en-GB"/>
        </a:p>
      </dgm:t>
    </dgm:pt>
    <dgm:pt modelId="{E409AE0F-4710-444B-B5D8-6B03424DE2F2}" type="sibTrans" cxnId="{551C7779-03E6-5C4A-A93E-F168F6111330}">
      <dgm:prSet/>
      <dgm:spPr/>
      <dgm:t>
        <a:bodyPr/>
        <a:lstStyle/>
        <a:p>
          <a:endParaRPr lang="en-GB"/>
        </a:p>
      </dgm:t>
    </dgm:pt>
    <dgm:pt modelId="{FD860818-E231-F44C-AFD1-AAB9A5E6DE5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b="1" dirty="0"/>
            <a:t>Contextual answers:</a:t>
          </a:r>
          <a:r>
            <a:rPr lang="en-IN" sz="800" dirty="0"/>
            <a:t> Deep, relevant responses</a:t>
          </a:r>
        </a:p>
      </dgm:t>
    </dgm:pt>
    <dgm:pt modelId="{370E777F-A7B4-224F-9216-A6F223A1BBB3}" type="parTrans" cxnId="{C9BE20C3-BB4C-A742-940E-B797EA871600}">
      <dgm:prSet/>
      <dgm:spPr/>
      <dgm:t>
        <a:bodyPr/>
        <a:lstStyle/>
        <a:p>
          <a:endParaRPr lang="en-GB"/>
        </a:p>
      </dgm:t>
    </dgm:pt>
    <dgm:pt modelId="{E812F36C-A1E1-0A42-85D4-86F9A21BD4AF}" type="sibTrans" cxnId="{C9BE20C3-BB4C-A742-940E-B797EA871600}">
      <dgm:prSet/>
      <dgm:spPr/>
      <dgm:t>
        <a:bodyPr/>
        <a:lstStyle/>
        <a:p>
          <a:endParaRPr lang="en-GB"/>
        </a:p>
      </dgm:t>
    </dgm:pt>
    <dgm:pt modelId="{3184CF9E-DF46-B94A-8CCA-659D9A835BC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b="1" dirty="0"/>
            <a:t>Smart caching:</a:t>
          </a:r>
          <a:r>
            <a:rPr lang="en-IN" sz="800" dirty="0"/>
            <a:t> Fast retrieval mechanisms</a:t>
          </a:r>
        </a:p>
      </dgm:t>
    </dgm:pt>
    <dgm:pt modelId="{859E2844-FED2-3A47-BD5D-B48F910EC6F6}" type="parTrans" cxnId="{A8109B10-5C6C-D645-99BD-2EAB6782FC56}">
      <dgm:prSet/>
      <dgm:spPr/>
      <dgm:t>
        <a:bodyPr/>
        <a:lstStyle/>
        <a:p>
          <a:endParaRPr lang="en-GB"/>
        </a:p>
      </dgm:t>
    </dgm:pt>
    <dgm:pt modelId="{7364D7E0-9027-F34B-911E-7992B088428F}" type="sibTrans" cxnId="{A8109B10-5C6C-D645-99BD-2EAB6782FC56}">
      <dgm:prSet/>
      <dgm:spPr/>
      <dgm:t>
        <a:bodyPr/>
        <a:lstStyle/>
        <a:p>
          <a:endParaRPr lang="en-GB"/>
        </a:p>
      </dgm:t>
    </dgm:pt>
    <dgm:pt modelId="{A4A3465F-497F-C045-A663-C0EA5A3F84E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b="1" dirty="0"/>
            <a:t>Scalable architecture:</a:t>
          </a:r>
          <a:r>
            <a:rPr lang="en-IN" sz="800" dirty="0"/>
            <a:t> Handle large repositories</a:t>
          </a:r>
        </a:p>
      </dgm:t>
    </dgm:pt>
    <dgm:pt modelId="{CFBB614A-AA1A-A540-B603-B2D3BDCA1321}" type="parTrans" cxnId="{EF97C238-0F62-3B47-973B-01D5626A499D}">
      <dgm:prSet/>
      <dgm:spPr/>
      <dgm:t>
        <a:bodyPr/>
        <a:lstStyle/>
        <a:p>
          <a:endParaRPr lang="en-GB"/>
        </a:p>
      </dgm:t>
    </dgm:pt>
    <dgm:pt modelId="{E5709A54-533B-D14A-BF45-FBCB93E7A37F}" type="sibTrans" cxnId="{EF97C238-0F62-3B47-973B-01D5626A499D}">
      <dgm:prSet/>
      <dgm:spPr/>
      <dgm:t>
        <a:bodyPr/>
        <a:lstStyle/>
        <a:p>
          <a:endParaRPr lang="en-GB"/>
        </a:p>
      </dgm:t>
    </dgm:pt>
    <dgm:pt modelId="{84268C1F-CA5F-FA42-9106-42EE46D4BA9F}">
      <dgm:prSet/>
      <dgm:spPr/>
      <dgm:t>
        <a:bodyPr/>
        <a:lstStyle/>
        <a:p>
          <a:pPr>
            <a:buNone/>
          </a:pPr>
          <a:r>
            <a:rPr lang="en-IN" b="1"/>
            <a:t>Advanced caching, hybrid RAG, and optimized processing for intelligent document analysis.</a:t>
          </a:r>
          <a:endParaRPr lang="en-GB"/>
        </a:p>
      </dgm:t>
    </dgm:pt>
    <dgm:pt modelId="{43B81A6E-C178-8544-A53B-67087C4C3D14}" type="parTrans" cxnId="{03113AA8-BA72-2945-9B94-BD41FC71AFA5}">
      <dgm:prSet/>
      <dgm:spPr/>
      <dgm:t>
        <a:bodyPr/>
        <a:lstStyle/>
        <a:p>
          <a:endParaRPr lang="en-GB"/>
        </a:p>
      </dgm:t>
    </dgm:pt>
    <dgm:pt modelId="{56F19624-DF55-8447-AF25-F974D7AB7305}" type="sibTrans" cxnId="{03113AA8-BA72-2945-9B94-BD41FC71AFA5}">
      <dgm:prSet/>
      <dgm:spPr/>
      <dgm:t>
        <a:bodyPr/>
        <a:lstStyle/>
        <a:p>
          <a:endParaRPr lang="en-GB"/>
        </a:p>
      </dgm:t>
    </dgm:pt>
    <dgm:pt modelId="{46B713AD-1C64-D245-B000-31CC2D951309}">
      <dgm:prSet/>
      <dgm:spPr/>
      <dgm:t>
        <a:bodyPr/>
        <a:lstStyle/>
        <a:p>
          <a:r>
            <a:rPr lang="en-IN" b="1" dirty="0"/>
            <a:t>MD5 fingerprinting:</a:t>
          </a:r>
          <a:r>
            <a:rPr lang="en-IN" dirty="0"/>
            <a:t> Folder content hashing for cache validation</a:t>
          </a:r>
        </a:p>
      </dgm:t>
    </dgm:pt>
    <dgm:pt modelId="{164E2870-6B7C-6B4C-A572-851458A8DF39}" type="parTrans" cxnId="{CB0E199D-D6B5-AA4D-BA9C-6FBB0FDFE384}">
      <dgm:prSet/>
      <dgm:spPr/>
      <dgm:t>
        <a:bodyPr/>
        <a:lstStyle/>
        <a:p>
          <a:endParaRPr lang="en-GB"/>
        </a:p>
      </dgm:t>
    </dgm:pt>
    <dgm:pt modelId="{5DDCFB6A-7812-DD4E-9CBE-95BE20C389CC}" type="sibTrans" cxnId="{CB0E199D-D6B5-AA4D-BA9C-6FBB0FDFE384}">
      <dgm:prSet/>
      <dgm:spPr/>
      <dgm:t>
        <a:bodyPr/>
        <a:lstStyle/>
        <a:p>
          <a:endParaRPr lang="en-GB"/>
        </a:p>
      </dgm:t>
    </dgm:pt>
    <dgm:pt modelId="{C3736F43-1FF9-BE43-826A-E10D312A0185}">
      <dgm:prSet/>
      <dgm:spPr/>
      <dgm:t>
        <a:bodyPr/>
        <a:lstStyle/>
        <a:p>
          <a:r>
            <a:rPr lang="en-IN" b="1" dirty="0"/>
            <a:t>Hybrid RAG:</a:t>
          </a:r>
          <a:r>
            <a:rPr lang="en-IN" dirty="0"/>
            <a:t> FAISS vector + Neo4j graph similarity search</a:t>
          </a:r>
        </a:p>
      </dgm:t>
    </dgm:pt>
    <dgm:pt modelId="{6B4CE92D-46C4-1D4D-AE5F-C938951F1613}" type="parTrans" cxnId="{3870E6C6-6CA9-5642-A07D-1E233C91F6C4}">
      <dgm:prSet/>
      <dgm:spPr/>
      <dgm:t>
        <a:bodyPr/>
        <a:lstStyle/>
        <a:p>
          <a:endParaRPr lang="en-GB"/>
        </a:p>
      </dgm:t>
    </dgm:pt>
    <dgm:pt modelId="{78C5A322-2BF0-884C-A864-8D70827F6BAE}" type="sibTrans" cxnId="{3870E6C6-6CA9-5642-A07D-1E233C91F6C4}">
      <dgm:prSet/>
      <dgm:spPr/>
      <dgm:t>
        <a:bodyPr/>
        <a:lstStyle/>
        <a:p>
          <a:endParaRPr lang="en-GB"/>
        </a:p>
      </dgm:t>
    </dgm:pt>
    <dgm:pt modelId="{75E85C6E-71FF-CA4C-8763-082E91C5D82E}">
      <dgm:prSet/>
      <dgm:spPr/>
      <dgm:t>
        <a:bodyPr/>
        <a:lstStyle/>
        <a:p>
          <a:r>
            <a:rPr lang="en-IN" b="1" dirty="0"/>
            <a:t>Smart chunking:</a:t>
          </a:r>
          <a:r>
            <a:rPr lang="en-IN" dirty="0"/>
            <a:t> 500-token recursive splitting with overlap optimization</a:t>
          </a:r>
        </a:p>
      </dgm:t>
    </dgm:pt>
    <dgm:pt modelId="{45C3EA4D-4F70-6848-B355-F8FEAD4C5E7B}" type="parTrans" cxnId="{FC766B2E-F7ED-994E-B733-B8619ABE13DA}">
      <dgm:prSet/>
      <dgm:spPr/>
      <dgm:t>
        <a:bodyPr/>
        <a:lstStyle/>
        <a:p>
          <a:endParaRPr lang="en-GB"/>
        </a:p>
      </dgm:t>
    </dgm:pt>
    <dgm:pt modelId="{A7EBCCCF-699C-C24F-B7F4-9DB8BEDDB387}" type="sibTrans" cxnId="{FC766B2E-F7ED-994E-B733-B8619ABE13DA}">
      <dgm:prSet/>
      <dgm:spPr/>
      <dgm:t>
        <a:bodyPr/>
        <a:lstStyle/>
        <a:p>
          <a:endParaRPr lang="en-GB"/>
        </a:p>
      </dgm:t>
    </dgm:pt>
    <dgm:pt modelId="{209B74A0-DA62-054B-B9BE-A0D3FC09B542}">
      <dgm:prSet/>
      <dgm:spPr/>
      <dgm:t>
        <a:bodyPr/>
        <a:lstStyle/>
        <a:p>
          <a:r>
            <a:rPr lang="en-IN" b="1" dirty="0"/>
            <a:t>Batch processing:</a:t>
          </a:r>
          <a:r>
            <a:rPr lang="en-IN" dirty="0"/>
            <a:t> 50-chunk embedding batches with </a:t>
          </a:r>
          <a:r>
            <a:rPr lang="en-IN" dirty="0" err="1"/>
            <a:t>spaCy</a:t>
          </a:r>
          <a:r>
            <a:rPr lang="en-IN" dirty="0"/>
            <a:t> NER extraction</a:t>
          </a:r>
        </a:p>
      </dgm:t>
    </dgm:pt>
    <dgm:pt modelId="{27A87FD0-3E37-8242-9CC5-777ED0019C81}" type="parTrans" cxnId="{F088BF97-3829-EE4A-A25E-60108B9C9089}">
      <dgm:prSet/>
      <dgm:spPr/>
      <dgm:t>
        <a:bodyPr/>
        <a:lstStyle/>
        <a:p>
          <a:endParaRPr lang="en-GB"/>
        </a:p>
      </dgm:t>
    </dgm:pt>
    <dgm:pt modelId="{FF3A8406-5AE0-064A-A87C-1FBCCED3FCBC}" type="sibTrans" cxnId="{F088BF97-3829-EE4A-A25E-60108B9C9089}">
      <dgm:prSet/>
      <dgm:spPr/>
      <dgm:t>
        <a:bodyPr/>
        <a:lstStyle/>
        <a:p>
          <a:endParaRPr lang="en-GB"/>
        </a:p>
      </dgm:t>
    </dgm:pt>
    <dgm:pt modelId="{364D382B-30B4-D847-A300-6902D3F43276}">
      <dgm:prSet/>
      <dgm:spPr/>
      <dgm:t>
        <a:bodyPr/>
        <a:lstStyle/>
        <a:p>
          <a:r>
            <a:rPr lang="en-IN" b="1" dirty="0"/>
            <a:t>Real-time interface:</a:t>
          </a:r>
          <a:r>
            <a:rPr lang="en-IN" dirty="0"/>
            <a:t> </a:t>
          </a:r>
          <a:r>
            <a:rPr lang="en-IN" dirty="0" err="1"/>
            <a:t>Streamlit</a:t>
          </a:r>
          <a:r>
            <a:rPr lang="en-IN" dirty="0"/>
            <a:t> UI with Cypher queries and pickle persistence</a:t>
          </a:r>
        </a:p>
      </dgm:t>
    </dgm:pt>
    <dgm:pt modelId="{A113665F-656C-7945-B25D-B0D966E780CE}" type="parTrans" cxnId="{085AECB1-5CBE-2245-A427-DAA04FE1AFB7}">
      <dgm:prSet/>
      <dgm:spPr/>
      <dgm:t>
        <a:bodyPr/>
        <a:lstStyle/>
        <a:p>
          <a:endParaRPr lang="en-GB"/>
        </a:p>
      </dgm:t>
    </dgm:pt>
    <dgm:pt modelId="{8616A5BB-8A6B-8844-A018-2CAFF733B05B}" type="sibTrans" cxnId="{085AECB1-5CBE-2245-A427-DAA04FE1AFB7}">
      <dgm:prSet/>
      <dgm:spPr/>
      <dgm:t>
        <a:bodyPr/>
        <a:lstStyle/>
        <a:p>
          <a:endParaRPr lang="en-GB"/>
        </a:p>
      </dgm:t>
    </dgm:pt>
    <dgm:pt modelId="{6FFEA485-108F-5047-9EE7-675A5E1EDDD2}" type="pres">
      <dgm:prSet presAssocID="{E78DA557-CAB6-144D-897F-52860BD9E949}" presName="diagram" presStyleCnt="0">
        <dgm:presLayoutVars>
          <dgm:dir/>
          <dgm:animLvl val="lvl"/>
          <dgm:resizeHandles val="exact"/>
        </dgm:presLayoutVars>
      </dgm:prSet>
      <dgm:spPr/>
    </dgm:pt>
    <dgm:pt modelId="{F339457F-84C9-2D4B-AC83-574DF963352D}" type="pres">
      <dgm:prSet presAssocID="{61E99061-DF81-F046-ABD2-5E91ED49684F}" presName="compNode" presStyleCnt="0"/>
      <dgm:spPr/>
    </dgm:pt>
    <dgm:pt modelId="{A1D71A3D-E5E4-FE4B-95F6-B1D1493B8BB8}" type="pres">
      <dgm:prSet presAssocID="{61E99061-DF81-F046-ABD2-5E91ED49684F}" presName="childRect" presStyleLbl="bgAcc1" presStyleIdx="0" presStyleCnt="3" custScaleX="193284" custScaleY="99687" custLinFactNeighborX="-35037" custLinFactNeighborY="-1228">
        <dgm:presLayoutVars>
          <dgm:bulletEnabled val="1"/>
        </dgm:presLayoutVars>
      </dgm:prSet>
      <dgm:spPr/>
    </dgm:pt>
    <dgm:pt modelId="{537EE02E-E72B-D347-BFA8-6CA1F107A3D4}" type="pres">
      <dgm:prSet presAssocID="{61E99061-DF81-F046-ABD2-5E91ED49684F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D01AB79-C7EF-C74D-8C77-FD6542C6B15F}" type="pres">
      <dgm:prSet presAssocID="{61E99061-DF81-F046-ABD2-5E91ED49684F}" presName="parentRect" presStyleLbl="alignNode1" presStyleIdx="0" presStyleCnt="3" custScaleX="158890" custScaleY="86112" custLinFactNeighborX="-33103" custLinFactNeighborY="-24469"/>
      <dgm:spPr/>
    </dgm:pt>
    <dgm:pt modelId="{C4DCD264-A08D-C14A-8FAE-4130CDAED3DD}" type="pres">
      <dgm:prSet presAssocID="{61E99061-DF81-F046-ABD2-5E91ED49684F}" presName="adorn" presStyleLbl="fgAccFollowNode1" presStyleIdx="0" presStyleCnt="3" custScaleX="98310" custScaleY="50873" custLinFactNeighborX="-48482" custLinFactNeighborY="-37082"/>
      <dgm:spPr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 with solid fill"/>
        </a:ext>
      </dgm:extLst>
    </dgm:pt>
    <dgm:pt modelId="{9DA65587-F0B6-6B49-84FC-310385F3A9A8}" type="pres">
      <dgm:prSet presAssocID="{67062B94-E9E0-8A4F-A379-886978AE0375}" presName="sibTrans" presStyleLbl="sibTrans2D1" presStyleIdx="0" presStyleCnt="0"/>
      <dgm:spPr/>
    </dgm:pt>
    <dgm:pt modelId="{635F0C29-7D0F-3E44-A287-EDACB7703B7F}" type="pres">
      <dgm:prSet presAssocID="{04A4A73F-E3DB-8F4D-8FB8-2795575A0C30}" presName="compNode" presStyleCnt="0"/>
      <dgm:spPr/>
    </dgm:pt>
    <dgm:pt modelId="{1F1F1664-4646-2B4E-B0A5-CC720EE2E8AA}" type="pres">
      <dgm:prSet presAssocID="{04A4A73F-E3DB-8F4D-8FB8-2795575A0C30}" presName="childRect" presStyleLbl="bgAcc1" presStyleIdx="1" presStyleCnt="3" custScaleX="205158" custLinFactNeighborX="-10501" custLinFactNeighborY="3069">
        <dgm:presLayoutVars>
          <dgm:bulletEnabled val="1"/>
        </dgm:presLayoutVars>
      </dgm:prSet>
      <dgm:spPr/>
    </dgm:pt>
    <dgm:pt modelId="{480681E2-8726-D141-AF18-7783996EE2E5}" type="pres">
      <dgm:prSet presAssocID="{04A4A73F-E3DB-8F4D-8FB8-2795575A0C30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A6C70717-1280-654C-AD58-21FC2DD70243}" type="pres">
      <dgm:prSet presAssocID="{04A4A73F-E3DB-8F4D-8FB8-2795575A0C30}" presName="parentRect" presStyleLbl="alignNode1" presStyleIdx="1" presStyleCnt="3" custScaleX="173104" custScaleY="78235" custLinFactNeighborX="-6768" custLinFactNeighborY="-26331"/>
      <dgm:spPr/>
    </dgm:pt>
    <dgm:pt modelId="{97B230F7-CDBE-7A47-AF9C-80C4D4C65674}" type="pres">
      <dgm:prSet presAssocID="{04A4A73F-E3DB-8F4D-8FB8-2795575A0C30}" presName="adorn" presStyleLbl="fgAccFollowNode1" presStyleIdx="1" presStyleCnt="3" custScaleX="70694" custScaleY="68501" custLinFactNeighborX="41970" custLinFactNeighborY="-3961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 with solid fill"/>
        </a:ext>
      </dgm:extLst>
    </dgm:pt>
    <dgm:pt modelId="{72D6C2F1-EB90-A248-989B-AB31D718EC11}" type="pres">
      <dgm:prSet presAssocID="{C5891987-3E8C-5F40-9162-21B3049F5DF7}" presName="sibTrans" presStyleLbl="sibTrans2D1" presStyleIdx="0" presStyleCnt="0"/>
      <dgm:spPr/>
    </dgm:pt>
    <dgm:pt modelId="{5353002E-5661-0348-B9F1-706477FBC371}" type="pres">
      <dgm:prSet presAssocID="{9C85F959-F9E5-9A40-A646-9851428E9DC1}" presName="compNode" presStyleCnt="0"/>
      <dgm:spPr/>
    </dgm:pt>
    <dgm:pt modelId="{D841A092-05DC-2B44-8C56-D482762913CC}" type="pres">
      <dgm:prSet presAssocID="{9C85F959-F9E5-9A40-A646-9851428E9DC1}" presName="childRect" presStyleLbl="bgAcc1" presStyleIdx="2" presStyleCnt="3" custScaleX="225341" custScaleY="111894" custLinFactNeighborX="17622" custLinFactNeighborY="3935">
        <dgm:presLayoutVars>
          <dgm:bulletEnabled val="1"/>
        </dgm:presLayoutVars>
      </dgm:prSet>
      <dgm:spPr/>
    </dgm:pt>
    <dgm:pt modelId="{E7472824-42F3-4F4F-845C-4CFB35545F65}" type="pres">
      <dgm:prSet presAssocID="{9C85F959-F9E5-9A40-A646-9851428E9DC1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58EC10C1-718B-5B47-A95D-7545869CDD73}" type="pres">
      <dgm:prSet presAssocID="{9C85F959-F9E5-9A40-A646-9851428E9DC1}" presName="parentRect" presStyleLbl="alignNode1" presStyleIdx="2" presStyleCnt="3" custScaleX="163343" custScaleY="79437" custLinFactNeighborX="14895" custLinFactNeighborY="6916"/>
      <dgm:spPr/>
    </dgm:pt>
    <dgm:pt modelId="{84376F7B-5682-D74B-BF73-A3478512B942}" type="pres">
      <dgm:prSet presAssocID="{9C85F959-F9E5-9A40-A646-9851428E9DC1}" presName="adorn" presStyleLbl="fgAccFollowNode1" presStyleIdx="2" presStyleCnt="3" custScaleX="99670" custScaleY="77989" custLinFactX="2215" custLinFactNeighborX="100000" custLinFactNeighborY="-14909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 with solid fill"/>
        </a:ext>
      </dgm:extLst>
    </dgm:pt>
  </dgm:ptLst>
  <dgm:cxnLst>
    <dgm:cxn modelId="{22C3980B-5BE6-5F4E-91C0-ED5BEBED189A}" type="presOf" srcId="{3184CF9E-DF46-B94A-8CCA-659D9A835BC5}" destId="{1F1F1664-4646-2B4E-B0A5-CC720EE2E8AA}" srcOrd="0" destOrd="4" presId="urn:microsoft.com/office/officeart/2005/8/layout/bList2"/>
    <dgm:cxn modelId="{A8109B10-5C6C-D645-99BD-2EAB6782FC56}" srcId="{04A4A73F-E3DB-8F4D-8FB8-2795575A0C30}" destId="{3184CF9E-DF46-B94A-8CCA-659D9A835BC5}" srcOrd="4" destOrd="0" parTransId="{859E2844-FED2-3A47-BD5D-B48F910EC6F6}" sibTransId="{7364D7E0-9027-F34B-911E-7992B088428F}"/>
    <dgm:cxn modelId="{02B73B16-E0D1-DA41-A521-39E42DFE6D8E}" srcId="{E78DA557-CAB6-144D-897F-52860BD9E949}" destId="{9C85F959-F9E5-9A40-A646-9851428E9DC1}" srcOrd="2" destOrd="0" parTransId="{24353BD3-82D3-0740-9CF3-C3E683C24C45}" sibTransId="{5EF02AD2-250B-9847-B892-566AEAB9A90B}"/>
    <dgm:cxn modelId="{E0E7BB18-369D-D54D-AE4C-4195A14DD584}" type="presOf" srcId="{46B713AD-1C64-D245-B000-31CC2D951309}" destId="{D841A092-05DC-2B44-8C56-D482762913CC}" srcOrd="0" destOrd="1" presId="urn:microsoft.com/office/officeart/2005/8/layout/bList2"/>
    <dgm:cxn modelId="{4C83D620-8E87-FF42-92FC-145139EC8D96}" type="presOf" srcId="{C3736F43-1FF9-BE43-826A-E10D312A0185}" destId="{D841A092-05DC-2B44-8C56-D482762913CC}" srcOrd="0" destOrd="2" presId="urn:microsoft.com/office/officeart/2005/8/layout/bList2"/>
    <dgm:cxn modelId="{0EE3302A-4FD3-E846-B4DC-ACDD2F1BB8BB}" srcId="{04A4A73F-E3DB-8F4D-8FB8-2795575A0C30}" destId="{11654B6E-B099-BC4E-971A-E727FE770A66}" srcOrd="1" destOrd="0" parTransId="{8FDDE93A-B68F-344C-8793-4B17E0DF4092}" sibTransId="{7688CFD6-65F3-6E44-A0E1-61F063BA0EAD}"/>
    <dgm:cxn modelId="{FC766B2E-F7ED-994E-B733-B8619ABE13DA}" srcId="{9C85F959-F9E5-9A40-A646-9851428E9DC1}" destId="{75E85C6E-71FF-CA4C-8763-082E91C5D82E}" srcOrd="3" destOrd="0" parTransId="{45C3EA4D-4F70-6848-B355-F8FEAD4C5E7B}" sibTransId="{A7EBCCCF-699C-C24F-B7F4-9DB8BEDDB387}"/>
    <dgm:cxn modelId="{62130D33-3764-EF40-9538-D118724FB636}" srcId="{61E99061-DF81-F046-ABD2-5E91ED49684F}" destId="{6BCDA575-1E52-044A-805E-FEBD593061FD}" srcOrd="3" destOrd="0" parTransId="{D5006EDE-F5CE-4A40-8943-CB4C864CE0C6}" sibTransId="{8A4893D9-B4E6-ED4F-8090-4C5B15647F12}"/>
    <dgm:cxn modelId="{EF97C238-0F62-3B47-973B-01D5626A499D}" srcId="{04A4A73F-E3DB-8F4D-8FB8-2795575A0C30}" destId="{A4A3465F-497F-C045-A663-C0EA5A3F84E6}" srcOrd="5" destOrd="0" parTransId="{CFBB614A-AA1A-A540-B603-B2D3BDCA1321}" sibTransId="{E5709A54-533B-D14A-BF45-FBCB93E7A37F}"/>
    <dgm:cxn modelId="{4BB7DC38-45CA-454C-B5FA-5945BC4DBC4B}" type="presOf" srcId="{C5891987-3E8C-5F40-9162-21B3049F5DF7}" destId="{72D6C2F1-EB90-A248-989B-AB31D718EC11}" srcOrd="0" destOrd="0" presId="urn:microsoft.com/office/officeart/2005/8/layout/bList2"/>
    <dgm:cxn modelId="{FE7D023C-5720-4F47-A5D6-ECB91F6EFD6D}" type="presOf" srcId="{61E99061-DF81-F046-ABD2-5E91ED49684F}" destId="{537EE02E-E72B-D347-BFA8-6CA1F107A3D4}" srcOrd="0" destOrd="0" presId="urn:microsoft.com/office/officeart/2005/8/layout/bList2"/>
    <dgm:cxn modelId="{633D6B3F-64E0-AD4F-A8D3-F1A96D8DCC63}" type="presOf" srcId="{A658413D-714E-414C-8545-37F96B5AB778}" destId="{1F1F1664-4646-2B4E-B0A5-CC720EE2E8AA}" srcOrd="0" destOrd="0" presId="urn:microsoft.com/office/officeart/2005/8/layout/bList2"/>
    <dgm:cxn modelId="{0A624347-7991-8744-9E29-17BBF4BE102F}" type="presOf" srcId="{9C85F959-F9E5-9A40-A646-9851428E9DC1}" destId="{E7472824-42F3-4F4F-845C-4CFB35545F65}" srcOrd="0" destOrd="0" presId="urn:microsoft.com/office/officeart/2005/8/layout/bList2"/>
    <dgm:cxn modelId="{3639734A-3DA0-3644-8C79-01528D2099B8}" srcId="{61E99061-DF81-F046-ABD2-5E91ED49684F}" destId="{26011BBD-F449-8045-9914-6D3413C60B61}" srcOrd="2" destOrd="0" parTransId="{F1323CEF-115E-D943-BB51-7ADBA07D9B77}" sibTransId="{0E10AAC7-B900-C242-BC08-AC0CBCAAF59C}"/>
    <dgm:cxn modelId="{B77ECE4D-B631-2C49-A0D9-9874E0367653}" type="presOf" srcId="{61E99061-DF81-F046-ABD2-5E91ED49684F}" destId="{4D01AB79-C7EF-C74D-8C77-FD6542C6B15F}" srcOrd="1" destOrd="0" presId="urn:microsoft.com/office/officeart/2005/8/layout/bList2"/>
    <dgm:cxn modelId="{9E61DB53-0B81-B041-8A9E-96BA0EF8D47D}" srcId="{61E99061-DF81-F046-ABD2-5E91ED49684F}" destId="{F78B3909-DA7E-A84E-9E27-D0B3C15C37FA}" srcOrd="1" destOrd="0" parTransId="{0B579F01-F801-D146-A7DF-397F33616EDB}" sibTransId="{E3F0309F-5D2C-F448-AB17-DCE6DBA3AC5B}"/>
    <dgm:cxn modelId="{CDAED059-45AB-C546-884C-E209E9F3C636}" type="presOf" srcId="{04A4A73F-E3DB-8F4D-8FB8-2795575A0C30}" destId="{A6C70717-1280-654C-AD58-21FC2DD70243}" srcOrd="1" destOrd="0" presId="urn:microsoft.com/office/officeart/2005/8/layout/bList2"/>
    <dgm:cxn modelId="{3489E760-9F55-1740-ACB7-B6C5C816D3C7}" type="presOf" srcId="{E78DA557-CAB6-144D-897F-52860BD9E949}" destId="{6FFEA485-108F-5047-9EE7-675A5E1EDDD2}" srcOrd="0" destOrd="0" presId="urn:microsoft.com/office/officeart/2005/8/layout/bList2"/>
    <dgm:cxn modelId="{D9F33961-6DD6-A243-BED3-FA2799C6D1AD}" type="presOf" srcId="{7730C6AE-07D9-8C4B-8321-D3896DB126F5}" destId="{1F1F1664-4646-2B4E-B0A5-CC720EE2E8AA}" srcOrd="0" destOrd="2" presId="urn:microsoft.com/office/officeart/2005/8/layout/bList2"/>
    <dgm:cxn modelId="{D8190B62-795A-3C42-B474-F321DF41B584}" type="presOf" srcId="{11654B6E-B099-BC4E-971A-E727FE770A66}" destId="{1F1F1664-4646-2B4E-B0A5-CC720EE2E8AA}" srcOrd="0" destOrd="1" presId="urn:microsoft.com/office/officeart/2005/8/layout/bList2"/>
    <dgm:cxn modelId="{135B676C-A10A-A64D-A464-34EA8D0F1F16}" srcId="{61E99061-DF81-F046-ABD2-5E91ED49684F}" destId="{27F8101D-A736-B840-82CA-B0DAAF8DA36A}" srcOrd="4" destOrd="0" parTransId="{AD954758-EB97-A345-8562-A2C9DD15D34A}" sibTransId="{2796D9C3-E690-744A-A74A-3FFB7816F3CF}"/>
    <dgm:cxn modelId="{7FB8246D-6839-3E47-8AE5-4490463D6ABE}" type="presOf" srcId="{209B74A0-DA62-054B-B9BE-A0D3FC09B542}" destId="{D841A092-05DC-2B44-8C56-D482762913CC}" srcOrd="0" destOrd="4" presId="urn:microsoft.com/office/officeart/2005/8/layout/bList2"/>
    <dgm:cxn modelId="{4EE9A06E-DF88-3241-8782-CD0009EDB34E}" type="presOf" srcId="{364D382B-30B4-D847-A300-6902D3F43276}" destId="{D841A092-05DC-2B44-8C56-D482762913CC}" srcOrd="0" destOrd="5" presId="urn:microsoft.com/office/officeart/2005/8/layout/bList2"/>
    <dgm:cxn modelId="{ECF6E775-6DA6-8C4D-AFE4-91C9E12761B2}" type="presOf" srcId="{F78B3909-DA7E-A84E-9E27-D0B3C15C37FA}" destId="{A1D71A3D-E5E4-FE4B-95F6-B1D1493B8BB8}" srcOrd="0" destOrd="1" presId="urn:microsoft.com/office/officeart/2005/8/layout/bList2"/>
    <dgm:cxn modelId="{B9568B76-92AF-5448-B26C-4086E235F483}" srcId="{E78DA557-CAB6-144D-897F-52860BD9E949}" destId="{04A4A73F-E3DB-8F4D-8FB8-2795575A0C30}" srcOrd="1" destOrd="0" parTransId="{DD86C402-4885-314B-ADAC-399AC267F52F}" sibTransId="{C5891987-3E8C-5F40-9162-21B3049F5DF7}"/>
    <dgm:cxn modelId="{D41CA678-362E-844F-9A86-47F38658B2A5}" type="presOf" srcId="{27F8101D-A736-B840-82CA-B0DAAF8DA36A}" destId="{A1D71A3D-E5E4-FE4B-95F6-B1D1493B8BB8}" srcOrd="0" destOrd="4" presId="urn:microsoft.com/office/officeart/2005/8/layout/bList2"/>
    <dgm:cxn modelId="{551C7779-03E6-5C4A-A93E-F168F6111330}" srcId="{04A4A73F-E3DB-8F4D-8FB8-2795575A0C30}" destId="{7730C6AE-07D9-8C4B-8321-D3896DB126F5}" srcOrd="2" destOrd="0" parTransId="{EFD0FDA3-DC75-6F4C-B069-5B57ECE29179}" sibTransId="{E409AE0F-4710-444B-B5D8-6B03424DE2F2}"/>
    <dgm:cxn modelId="{56D64D85-0F7B-504E-BB4A-0E29C2189A7D}" srcId="{E78DA557-CAB6-144D-897F-52860BD9E949}" destId="{61E99061-DF81-F046-ABD2-5E91ED49684F}" srcOrd="0" destOrd="0" parTransId="{FD9B86D5-8BE3-4C4B-BC5C-BEBC29A96DC5}" sibTransId="{67062B94-E9E0-8A4F-A379-886978AE0375}"/>
    <dgm:cxn modelId="{E997348C-BB31-D540-8FEA-75ED3CE3F881}" type="presOf" srcId="{67062B94-E9E0-8A4F-A379-886978AE0375}" destId="{9DA65587-F0B6-6B49-84FC-310385F3A9A8}" srcOrd="0" destOrd="0" presId="urn:microsoft.com/office/officeart/2005/8/layout/bList2"/>
    <dgm:cxn modelId="{F088BF97-3829-EE4A-A25E-60108B9C9089}" srcId="{9C85F959-F9E5-9A40-A646-9851428E9DC1}" destId="{209B74A0-DA62-054B-B9BE-A0D3FC09B542}" srcOrd="4" destOrd="0" parTransId="{27A87FD0-3E37-8242-9CC5-777ED0019C81}" sibTransId="{FF3A8406-5AE0-064A-A87C-1FBCCED3FCBC}"/>
    <dgm:cxn modelId="{CA56259B-5D15-EF4F-9304-FF99C027901B}" type="presOf" srcId="{9C85F959-F9E5-9A40-A646-9851428E9DC1}" destId="{58EC10C1-718B-5B47-A95D-7545869CDD73}" srcOrd="1" destOrd="0" presId="urn:microsoft.com/office/officeart/2005/8/layout/bList2"/>
    <dgm:cxn modelId="{0ACA999B-2D3D-1C4D-A402-F144C4D7B230}" type="presOf" srcId="{75E85C6E-71FF-CA4C-8763-082E91C5D82E}" destId="{D841A092-05DC-2B44-8C56-D482762913CC}" srcOrd="0" destOrd="3" presId="urn:microsoft.com/office/officeart/2005/8/layout/bList2"/>
    <dgm:cxn modelId="{CB0E199D-D6B5-AA4D-BA9C-6FBB0FDFE384}" srcId="{9C85F959-F9E5-9A40-A646-9851428E9DC1}" destId="{46B713AD-1C64-D245-B000-31CC2D951309}" srcOrd="1" destOrd="0" parTransId="{164E2870-6B7C-6B4C-A572-851458A8DF39}" sibTransId="{5DDCFB6A-7812-DD4E-9CBE-95BE20C389CC}"/>
    <dgm:cxn modelId="{03113AA8-BA72-2945-9B94-BD41FC71AFA5}" srcId="{9C85F959-F9E5-9A40-A646-9851428E9DC1}" destId="{84268C1F-CA5F-FA42-9106-42EE46D4BA9F}" srcOrd="0" destOrd="0" parTransId="{43B81A6E-C178-8544-A53B-67087C4C3D14}" sibTransId="{56F19624-DF55-8447-AF25-F974D7AB7305}"/>
    <dgm:cxn modelId="{085AECB1-5CBE-2245-A427-DAA04FE1AFB7}" srcId="{9C85F959-F9E5-9A40-A646-9851428E9DC1}" destId="{364D382B-30B4-D847-A300-6902D3F43276}" srcOrd="5" destOrd="0" parTransId="{A113665F-656C-7945-B25D-B0D966E780CE}" sibTransId="{8616A5BB-8A6B-8844-A018-2CAFF733B05B}"/>
    <dgm:cxn modelId="{A8641FBC-D52B-A84A-A771-1CFB392936C5}" type="presOf" srcId="{6BCDA575-1E52-044A-805E-FEBD593061FD}" destId="{A1D71A3D-E5E4-FE4B-95F6-B1D1493B8BB8}" srcOrd="0" destOrd="3" presId="urn:microsoft.com/office/officeart/2005/8/layout/bList2"/>
    <dgm:cxn modelId="{7147A5C0-C57E-E041-8F31-944A4B4243BE}" type="presOf" srcId="{84268C1F-CA5F-FA42-9106-42EE46D4BA9F}" destId="{D841A092-05DC-2B44-8C56-D482762913CC}" srcOrd="0" destOrd="0" presId="urn:microsoft.com/office/officeart/2005/8/layout/bList2"/>
    <dgm:cxn modelId="{A44C41C1-4A0F-1E43-BED7-1F4DCE8608B7}" type="presOf" srcId="{A4A3465F-497F-C045-A663-C0EA5A3F84E6}" destId="{1F1F1664-4646-2B4E-B0A5-CC720EE2E8AA}" srcOrd="0" destOrd="5" presId="urn:microsoft.com/office/officeart/2005/8/layout/bList2"/>
    <dgm:cxn modelId="{C9BE20C3-BB4C-A742-940E-B797EA871600}" srcId="{04A4A73F-E3DB-8F4D-8FB8-2795575A0C30}" destId="{FD860818-E231-F44C-AFD1-AAB9A5E6DE5E}" srcOrd="3" destOrd="0" parTransId="{370E777F-A7B4-224F-9216-A6F223A1BBB3}" sibTransId="{E812F36C-A1E1-0A42-85D4-86F9A21BD4AF}"/>
    <dgm:cxn modelId="{3870E6C6-6CA9-5642-A07D-1E233C91F6C4}" srcId="{9C85F959-F9E5-9A40-A646-9851428E9DC1}" destId="{C3736F43-1FF9-BE43-826A-E10D312A0185}" srcOrd="2" destOrd="0" parTransId="{6B4CE92D-46C4-1D4D-AE5F-C938951F1613}" sibTransId="{78C5A322-2BF0-884C-A864-8D70827F6BAE}"/>
    <dgm:cxn modelId="{78A2AECF-062C-C447-9C91-6BC7FE41F4BA}" type="presOf" srcId="{11A65743-AACB-4F40-8EDE-B2AE2B98A966}" destId="{A1D71A3D-E5E4-FE4B-95F6-B1D1493B8BB8}" srcOrd="0" destOrd="0" presId="urn:microsoft.com/office/officeart/2005/8/layout/bList2"/>
    <dgm:cxn modelId="{4A0377DC-09FD-0D46-8687-99F00D0BFA7B}" srcId="{61E99061-DF81-F046-ABD2-5E91ED49684F}" destId="{11A65743-AACB-4F40-8EDE-B2AE2B98A966}" srcOrd="0" destOrd="0" parTransId="{C3C67CFF-C64E-5646-BC7B-D35BFC713F55}" sibTransId="{E4D2ED35-9071-C54E-9374-C9410486B41D}"/>
    <dgm:cxn modelId="{ED87DBE8-EFD0-4941-9370-6FDFA76892BA}" srcId="{04A4A73F-E3DB-8F4D-8FB8-2795575A0C30}" destId="{A658413D-714E-414C-8545-37F96B5AB778}" srcOrd="0" destOrd="0" parTransId="{296AFAFA-EA9F-474C-A55C-19A860133E1E}" sibTransId="{FB078FD0-01FB-B64D-9BFC-922F1D25AA2B}"/>
    <dgm:cxn modelId="{7174F7EA-7148-4641-A943-8B329C71270B}" type="presOf" srcId="{26011BBD-F449-8045-9914-6D3413C60B61}" destId="{A1D71A3D-E5E4-FE4B-95F6-B1D1493B8BB8}" srcOrd="0" destOrd="2" presId="urn:microsoft.com/office/officeart/2005/8/layout/bList2"/>
    <dgm:cxn modelId="{582E98F1-E39D-BD41-A7AB-248F38DBCB64}" type="presOf" srcId="{04A4A73F-E3DB-8F4D-8FB8-2795575A0C30}" destId="{480681E2-8726-D141-AF18-7783996EE2E5}" srcOrd="0" destOrd="0" presId="urn:microsoft.com/office/officeart/2005/8/layout/bList2"/>
    <dgm:cxn modelId="{04D1E8FA-8BFA-A44A-ABF4-6C3656C0BD47}" type="presOf" srcId="{FD860818-E231-F44C-AFD1-AAB9A5E6DE5E}" destId="{1F1F1664-4646-2B4E-B0A5-CC720EE2E8AA}" srcOrd="0" destOrd="3" presId="urn:microsoft.com/office/officeart/2005/8/layout/bList2"/>
    <dgm:cxn modelId="{8E5589D7-38FC-8340-A516-6FC9ADD9DF9F}" type="presParOf" srcId="{6FFEA485-108F-5047-9EE7-675A5E1EDDD2}" destId="{F339457F-84C9-2D4B-AC83-574DF963352D}" srcOrd="0" destOrd="0" presId="urn:microsoft.com/office/officeart/2005/8/layout/bList2"/>
    <dgm:cxn modelId="{BB380353-4AAD-604E-9627-B31C1B0A8C55}" type="presParOf" srcId="{F339457F-84C9-2D4B-AC83-574DF963352D}" destId="{A1D71A3D-E5E4-FE4B-95F6-B1D1493B8BB8}" srcOrd="0" destOrd="0" presId="urn:microsoft.com/office/officeart/2005/8/layout/bList2"/>
    <dgm:cxn modelId="{ED3A8357-A0A1-BB43-AD1F-A893D1B1FA9E}" type="presParOf" srcId="{F339457F-84C9-2D4B-AC83-574DF963352D}" destId="{537EE02E-E72B-D347-BFA8-6CA1F107A3D4}" srcOrd="1" destOrd="0" presId="urn:microsoft.com/office/officeart/2005/8/layout/bList2"/>
    <dgm:cxn modelId="{632C7AF9-0AA4-4B42-9070-BED695F49CBF}" type="presParOf" srcId="{F339457F-84C9-2D4B-AC83-574DF963352D}" destId="{4D01AB79-C7EF-C74D-8C77-FD6542C6B15F}" srcOrd="2" destOrd="0" presId="urn:microsoft.com/office/officeart/2005/8/layout/bList2"/>
    <dgm:cxn modelId="{C79ED284-2FD0-7B44-AEC4-D50288AF9CAF}" type="presParOf" srcId="{F339457F-84C9-2D4B-AC83-574DF963352D}" destId="{C4DCD264-A08D-C14A-8FAE-4130CDAED3DD}" srcOrd="3" destOrd="0" presId="urn:microsoft.com/office/officeart/2005/8/layout/bList2"/>
    <dgm:cxn modelId="{F98D7726-0700-C742-81C2-7BCEE1A29B9D}" type="presParOf" srcId="{6FFEA485-108F-5047-9EE7-675A5E1EDDD2}" destId="{9DA65587-F0B6-6B49-84FC-310385F3A9A8}" srcOrd="1" destOrd="0" presId="urn:microsoft.com/office/officeart/2005/8/layout/bList2"/>
    <dgm:cxn modelId="{CCB905E8-2918-C142-83A0-BFD9CCF54E0A}" type="presParOf" srcId="{6FFEA485-108F-5047-9EE7-675A5E1EDDD2}" destId="{635F0C29-7D0F-3E44-A287-EDACB7703B7F}" srcOrd="2" destOrd="0" presId="urn:microsoft.com/office/officeart/2005/8/layout/bList2"/>
    <dgm:cxn modelId="{027DC624-D4D4-1845-AE4A-A4DE175428F7}" type="presParOf" srcId="{635F0C29-7D0F-3E44-A287-EDACB7703B7F}" destId="{1F1F1664-4646-2B4E-B0A5-CC720EE2E8AA}" srcOrd="0" destOrd="0" presId="urn:microsoft.com/office/officeart/2005/8/layout/bList2"/>
    <dgm:cxn modelId="{0A711AC2-D4EB-D543-97AA-1190B9B5620F}" type="presParOf" srcId="{635F0C29-7D0F-3E44-A287-EDACB7703B7F}" destId="{480681E2-8726-D141-AF18-7783996EE2E5}" srcOrd="1" destOrd="0" presId="urn:microsoft.com/office/officeart/2005/8/layout/bList2"/>
    <dgm:cxn modelId="{3F933433-17EE-A745-832B-D6AB064AF4AF}" type="presParOf" srcId="{635F0C29-7D0F-3E44-A287-EDACB7703B7F}" destId="{A6C70717-1280-654C-AD58-21FC2DD70243}" srcOrd="2" destOrd="0" presId="urn:microsoft.com/office/officeart/2005/8/layout/bList2"/>
    <dgm:cxn modelId="{517F4767-FE31-3040-AB0F-223F37D9A617}" type="presParOf" srcId="{635F0C29-7D0F-3E44-A287-EDACB7703B7F}" destId="{97B230F7-CDBE-7A47-AF9C-80C4D4C65674}" srcOrd="3" destOrd="0" presId="urn:microsoft.com/office/officeart/2005/8/layout/bList2"/>
    <dgm:cxn modelId="{80C15D5F-22C4-344E-831D-B0A04C402932}" type="presParOf" srcId="{6FFEA485-108F-5047-9EE7-675A5E1EDDD2}" destId="{72D6C2F1-EB90-A248-989B-AB31D718EC11}" srcOrd="3" destOrd="0" presId="urn:microsoft.com/office/officeart/2005/8/layout/bList2"/>
    <dgm:cxn modelId="{4F6908D8-6A18-404F-9224-ED854BC1C15E}" type="presParOf" srcId="{6FFEA485-108F-5047-9EE7-675A5E1EDDD2}" destId="{5353002E-5661-0348-B9F1-706477FBC371}" srcOrd="4" destOrd="0" presId="urn:microsoft.com/office/officeart/2005/8/layout/bList2"/>
    <dgm:cxn modelId="{5DE152E8-5EDB-644B-8390-AE6CA67C3507}" type="presParOf" srcId="{5353002E-5661-0348-B9F1-706477FBC371}" destId="{D841A092-05DC-2B44-8C56-D482762913CC}" srcOrd="0" destOrd="0" presId="urn:microsoft.com/office/officeart/2005/8/layout/bList2"/>
    <dgm:cxn modelId="{3DF28380-E12D-7345-84BC-A95A9971871D}" type="presParOf" srcId="{5353002E-5661-0348-B9F1-706477FBC371}" destId="{E7472824-42F3-4F4F-845C-4CFB35545F65}" srcOrd="1" destOrd="0" presId="urn:microsoft.com/office/officeart/2005/8/layout/bList2"/>
    <dgm:cxn modelId="{4322F6C1-85D8-4B4A-AC89-B3758A630770}" type="presParOf" srcId="{5353002E-5661-0348-B9F1-706477FBC371}" destId="{58EC10C1-718B-5B47-A95D-7545869CDD73}" srcOrd="2" destOrd="0" presId="urn:microsoft.com/office/officeart/2005/8/layout/bList2"/>
    <dgm:cxn modelId="{9F581C1C-12F6-6940-B50E-0B65CA80460C}" type="presParOf" srcId="{5353002E-5661-0348-B9F1-706477FBC371}" destId="{84376F7B-5682-D74B-BF73-A3478512B942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3EF14D-EF97-4B14-A16E-75C3E39F975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28E0DC0-F7BD-4926-A41B-A7A11A59BF11}">
      <dgm:prSet custT="1"/>
      <dgm:spPr/>
      <dgm:t>
        <a:bodyPr/>
        <a:lstStyle/>
        <a:p>
          <a:r>
            <a:rPr lang="en-US" sz="1200" b="1" dirty="0"/>
            <a:t>Step1 </a:t>
          </a:r>
        </a:p>
        <a:p>
          <a:r>
            <a:rPr lang="en-IN" sz="1200" b="1" i="0" dirty="0"/>
            <a:t>Document Extraction </a:t>
          </a:r>
          <a:r>
            <a:rPr lang="en-IN" sz="1200" b="0" i="0" dirty="0" err="1"/>
            <a:t>PyMuPDF</a:t>
          </a:r>
          <a:r>
            <a:rPr lang="en-IN" sz="1200" b="0" i="0" dirty="0"/>
            <a:t>, python-pptx, </a:t>
          </a:r>
          <a:r>
            <a:rPr lang="en-IN" sz="1200" b="0" i="0" dirty="0" err="1"/>
            <a:t>openpyxl</a:t>
          </a:r>
          <a:r>
            <a:rPr lang="en-IN" sz="1200" b="0" i="0" dirty="0"/>
            <a:t>, mammoth processors</a:t>
          </a:r>
          <a:endParaRPr lang="en-US" sz="1200" b="1" dirty="0"/>
        </a:p>
      </dgm:t>
    </dgm:pt>
    <dgm:pt modelId="{C4786635-7A69-4DDF-A236-0592EBE90664}" type="parTrans" cxnId="{7705EF41-ECCC-4A46-9B16-F400EADC9742}">
      <dgm:prSet/>
      <dgm:spPr/>
      <dgm:t>
        <a:bodyPr/>
        <a:lstStyle/>
        <a:p>
          <a:endParaRPr lang="en-US"/>
        </a:p>
      </dgm:t>
    </dgm:pt>
    <dgm:pt modelId="{CDD4C691-8D3F-4E1B-82C2-CA72A7D002FC}" type="sibTrans" cxnId="{7705EF41-ECCC-4A46-9B16-F400EADC9742}">
      <dgm:prSet phldrT="01"/>
      <dgm:spPr/>
      <dgm:t>
        <a:bodyPr/>
        <a:lstStyle/>
        <a:p>
          <a:endParaRPr lang="en-US" dirty="0"/>
        </a:p>
      </dgm:t>
    </dgm:pt>
    <dgm:pt modelId="{61DF49AC-CCA2-461E-AAEA-54A6E7A99A72}">
      <dgm:prSet custT="1"/>
      <dgm:spPr/>
      <dgm:t>
        <a:bodyPr/>
        <a:lstStyle/>
        <a:p>
          <a:r>
            <a:rPr lang="en-IN" sz="1200" b="1" i="0" dirty="0"/>
            <a:t>Step 2 </a:t>
          </a:r>
        </a:p>
        <a:p>
          <a:r>
            <a:rPr lang="en-IN" sz="1200" b="1" i="0" dirty="0"/>
            <a:t>Cache Fingerprinting:</a:t>
          </a:r>
          <a:r>
            <a:rPr lang="en-IN" sz="1200" b="0" i="0" dirty="0"/>
            <a:t>MD5 folder hash Validation &amp; pickle storage</a:t>
          </a:r>
          <a:endParaRPr lang="en-US" sz="1200" dirty="0"/>
        </a:p>
      </dgm:t>
    </dgm:pt>
    <dgm:pt modelId="{DC93D47E-B6F1-42AF-AFAE-4E322AC3EB9E}" type="parTrans" cxnId="{C8FA3362-DC3C-4DCA-9886-2D793ED2A425}">
      <dgm:prSet/>
      <dgm:spPr/>
      <dgm:t>
        <a:bodyPr/>
        <a:lstStyle/>
        <a:p>
          <a:endParaRPr lang="en-US"/>
        </a:p>
      </dgm:t>
    </dgm:pt>
    <dgm:pt modelId="{E58EF6F5-BA59-47DB-AE75-BD506673295A}" type="sibTrans" cxnId="{C8FA3362-DC3C-4DCA-9886-2D793ED2A425}">
      <dgm:prSet phldrT="02"/>
      <dgm:spPr/>
      <dgm:t>
        <a:bodyPr/>
        <a:lstStyle/>
        <a:p>
          <a:endParaRPr lang="en-US" dirty="0"/>
        </a:p>
      </dgm:t>
    </dgm:pt>
    <dgm:pt modelId="{4CCF4C55-68E1-4A79-8E5B-BE07BDB3B96E}">
      <dgm:prSet custT="1"/>
      <dgm:spPr/>
      <dgm:t>
        <a:bodyPr/>
        <a:lstStyle/>
        <a:p>
          <a:r>
            <a:rPr lang="en-IN" sz="1200" b="1" i="0" dirty="0"/>
            <a:t>Step 3</a:t>
          </a:r>
        </a:p>
        <a:p>
          <a:r>
            <a:rPr lang="en-IN" sz="1200" b="1" i="0" dirty="0"/>
            <a:t>Vector + Graph </a:t>
          </a:r>
          <a:r>
            <a:rPr lang="en-IN" sz="1200" b="1" i="0" dirty="0" err="1"/>
            <a:t>Storage:</a:t>
          </a:r>
          <a:r>
            <a:rPr lang="en-IN" sz="1200" b="0" i="0" dirty="0" err="1"/>
            <a:t>FAISS</a:t>
          </a:r>
          <a:r>
            <a:rPr lang="en-IN" sz="1200" b="0" i="0" dirty="0"/>
            <a:t> embeddings + Neo4j entity relationships</a:t>
          </a:r>
          <a:endParaRPr lang="en-US" sz="1200" dirty="0"/>
        </a:p>
      </dgm:t>
    </dgm:pt>
    <dgm:pt modelId="{CA8770A3-E0FC-44B3-8498-8914B6772466}" type="parTrans" cxnId="{003F5756-973B-4CC7-B08C-7658E82E6182}">
      <dgm:prSet/>
      <dgm:spPr/>
      <dgm:t>
        <a:bodyPr/>
        <a:lstStyle/>
        <a:p>
          <a:endParaRPr lang="en-US"/>
        </a:p>
      </dgm:t>
    </dgm:pt>
    <dgm:pt modelId="{9D7E26E6-2B95-4B8F-947B-AB392D2B2406}" type="sibTrans" cxnId="{003F5756-973B-4CC7-B08C-7658E82E6182}">
      <dgm:prSet phldrT="03"/>
      <dgm:spPr/>
      <dgm:t>
        <a:bodyPr/>
        <a:lstStyle/>
        <a:p>
          <a:endParaRPr lang="en-US" dirty="0"/>
        </a:p>
      </dgm:t>
    </dgm:pt>
    <dgm:pt modelId="{79243EA4-4187-4C1C-8C9C-A7717709C7EB}">
      <dgm:prSet custT="1"/>
      <dgm:spPr/>
      <dgm:t>
        <a:bodyPr/>
        <a:lstStyle/>
        <a:p>
          <a:r>
            <a:rPr lang="en-IN" sz="1200" b="1" i="0" dirty="0"/>
            <a:t>Step 4</a:t>
          </a:r>
        </a:p>
        <a:p>
          <a:r>
            <a:rPr lang="en-IN" sz="1200" b="1" i="0" dirty="0"/>
            <a:t>Hybrid </a:t>
          </a:r>
          <a:r>
            <a:rPr lang="en-IN" sz="1200" b="1" i="0" dirty="0" err="1"/>
            <a:t>Retrieval:</a:t>
          </a:r>
          <a:r>
            <a:rPr lang="en-IN" sz="1200" b="0" i="0" dirty="0" err="1"/>
            <a:t>Vector</a:t>
          </a:r>
          <a:r>
            <a:rPr lang="en-IN" sz="1200" b="0" i="0" dirty="0"/>
            <a:t> similarity + graph context merge</a:t>
          </a:r>
          <a:endParaRPr lang="en-US" sz="1200" dirty="0"/>
        </a:p>
      </dgm:t>
    </dgm:pt>
    <dgm:pt modelId="{650211E5-7F3A-4A38-A6C5-C9CAFA6A8545}" type="parTrans" cxnId="{122E79C0-C1C5-4DB7-AB29-CE99FE07B511}">
      <dgm:prSet/>
      <dgm:spPr/>
      <dgm:t>
        <a:bodyPr/>
        <a:lstStyle/>
        <a:p>
          <a:endParaRPr lang="en-US"/>
        </a:p>
      </dgm:t>
    </dgm:pt>
    <dgm:pt modelId="{CCE3D33C-4CC3-4C8E-9F1E-457C08671255}" type="sibTrans" cxnId="{122E79C0-C1C5-4DB7-AB29-CE99FE07B511}">
      <dgm:prSet phldrT="04"/>
      <dgm:spPr/>
      <dgm:t>
        <a:bodyPr/>
        <a:lstStyle/>
        <a:p>
          <a:endParaRPr lang="en-US" dirty="0"/>
        </a:p>
      </dgm:t>
    </dgm:pt>
    <dgm:pt modelId="{420429A7-07B1-41AC-ADBA-47EE150A9A97}">
      <dgm:prSet custT="1"/>
      <dgm:spPr/>
      <dgm:t>
        <a:bodyPr/>
        <a:lstStyle/>
        <a:p>
          <a:r>
            <a:rPr lang="en-IN" sz="1200" b="1" i="0" dirty="0"/>
            <a:t>Step5 </a:t>
          </a:r>
        </a:p>
        <a:p>
          <a:r>
            <a:rPr lang="en-IN" sz="1200" b="1" i="0" dirty="0" err="1"/>
            <a:t>LLMResponse</a:t>
          </a:r>
          <a:r>
            <a:rPr lang="en-IN" sz="1200" b="1" i="0" dirty="0"/>
            <a:t>: </a:t>
          </a:r>
          <a:r>
            <a:rPr lang="en-IN" sz="1200" b="0" i="0" dirty="0"/>
            <a:t>OpenAI/</a:t>
          </a:r>
        </a:p>
        <a:p>
          <a:r>
            <a:rPr lang="en-IN" sz="1200" b="0" i="0" dirty="0" err="1"/>
            <a:t>Groq</a:t>
          </a:r>
          <a:r>
            <a:rPr lang="en-IN" sz="1200" b="0" i="0" dirty="0"/>
            <a:t> with source citations</a:t>
          </a:r>
          <a:endParaRPr lang="en-US" sz="1200" dirty="0"/>
        </a:p>
      </dgm:t>
    </dgm:pt>
    <dgm:pt modelId="{BB9D1554-77CF-482D-B99C-A446E3356A62}" type="parTrans" cxnId="{1987BB2F-CA7F-40B4-BCB7-6AF7CB7D1138}">
      <dgm:prSet/>
      <dgm:spPr/>
      <dgm:t>
        <a:bodyPr/>
        <a:lstStyle/>
        <a:p>
          <a:endParaRPr lang="en-US"/>
        </a:p>
      </dgm:t>
    </dgm:pt>
    <dgm:pt modelId="{C1B6C62A-ECB5-41FD-A0FB-150C4401D766}" type="sibTrans" cxnId="{1987BB2F-CA7F-40B4-BCB7-6AF7CB7D1138}">
      <dgm:prSet phldrT="05"/>
      <dgm:spPr/>
      <dgm:t>
        <a:bodyPr/>
        <a:lstStyle/>
        <a:p>
          <a:endParaRPr lang="en-US" dirty="0"/>
        </a:p>
      </dgm:t>
    </dgm:pt>
    <dgm:pt modelId="{D53F1796-6499-7641-880E-CB8AE1081492}" type="pres">
      <dgm:prSet presAssocID="{0A3EF14D-EF97-4B14-A16E-75C3E39F9755}" presName="diagram" presStyleCnt="0">
        <dgm:presLayoutVars>
          <dgm:dir/>
          <dgm:resizeHandles val="exact"/>
        </dgm:presLayoutVars>
      </dgm:prSet>
      <dgm:spPr/>
    </dgm:pt>
    <dgm:pt modelId="{EC829BAF-2B0F-624C-A4CC-A0E0E2D92E09}" type="pres">
      <dgm:prSet presAssocID="{028E0DC0-F7BD-4926-A41B-A7A11A59BF11}" presName="node" presStyleLbl="node1" presStyleIdx="0" presStyleCnt="5" custScaleX="92231" custScaleY="78580">
        <dgm:presLayoutVars>
          <dgm:bulletEnabled val="1"/>
        </dgm:presLayoutVars>
      </dgm:prSet>
      <dgm:spPr/>
    </dgm:pt>
    <dgm:pt modelId="{C671D425-8FBC-E54C-A3C9-08251B353628}" type="pres">
      <dgm:prSet presAssocID="{CDD4C691-8D3F-4E1B-82C2-CA72A7D002FC}" presName="sibTrans" presStyleCnt="0"/>
      <dgm:spPr/>
    </dgm:pt>
    <dgm:pt modelId="{9BB301BB-8928-C641-B61D-5706F2F53662}" type="pres">
      <dgm:prSet presAssocID="{61DF49AC-CCA2-461E-AAEA-54A6E7A99A72}" presName="node" presStyleLbl="node1" presStyleIdx="1" presStyleCnt="5" custScaleX="100421" custScaleY="84499">
        <dgm:presLayoutVars>
          <dgm:bulletEnabled val="1"/>
        </dgm:presLayoutVars>
      </dgm:prSet>
      <dgm:spPr/>
    </dgm:pt>
    <dgm:pt modelId="{00A2D9E3-50E0-5241-BCA1-31D77B76E2F2}" type="pres">
      <dgm:prSet presAssocID="{E58EF6F5-BA59-47DB-AE75-BD506673295A}" presName="sibTrans" presStyleCnt="0"/>
      <dgm:spPr/>
    </dgm:pt>
    <dgm:pt modelId="{A3FE43C7-C233-1D4F-97B0-915630B25DA6}" type="pres">
      <dgm:prSet presAssocID="{4CCF4C55-68E1-4A79-8E5B-BE07BDB3B96E}" presName="node" presStyleLbl="node1" presStyleIdx="2" presStyleCnt="5" custScaleX="92526" custScaleY="79634">
        <dgm:presLayoutVars>
          <dgm:bulletEnabled val="1"/>
        </dgm:presLayoutVars>
      </dgm:prSet>
      <dgm:spPr/>
    </dgm:pt>
    <dgm:pt modelId="{EF5DA210-224A-D748-B0CF-F67B215B5795}" type="pres">
      <dgm:prSet presAssocID="{9D7E26E6-2B95-4B8F-947B-AB392D2B2406}" presName="sibTrans" presStyleCnt="0"/>
      <dgm:spPr/>
    </dgm:pt>
    <dgm:pt modelId="{74CA8587-5FAC-194C-86BD-FB6F4A7DF6CC}" type="pres">
      <dgm:prSet presAssocID="{79243EA4-4187-4C1C-8C9C-A7717709C7EB}" presName="node" presStyleLbl="node1" presStyleIdx="3" presStyleCnt="5" custScaleX="100195" custScaleY="79634">
        <dgm:presLayoutVars>
          <dgm:bulletEnabled val="1"/>
        </dgm:presLayoutVars>
      </dgm:prSet>
      <dgm:spPr/>
    </dgm:pt>
    <dgm:pt modelId="{FD2372A8-CD2C-8A49-B4DF-7D6A3DF613F5}" type="pres">
      <dgm:prSet presAssocID="{CCE3D33C-4CC3-4C8E-9F1E-457C08671255}" presName="sibTrans" presStyleCnt="0"/>
      <dgm:spPr/>
    </dgm:pt>
    <dgm:pt modelId="{2CD6639A-8858-4444-8100-35326034C1E9}" type="pres">
      <dgm:prSet presAssocID="{420429A7-07B1-41AC-ADBA-47EE150A9A97}" presName="node" presStyleLbl="node1" presStyleIdx="4" presStyleCnt="5" custScaleX="92006" custScaleY="79327" custLinFactNeighborX="-747" custLinFactNeighborY="-5787">
        <dgm:presLayoutVars>
          <dgm:bulletEnabled val="1"/>
        </dgm:presLayoutVars>
      </dgm:prSet>
      <dgm:spPr/>
    </dgm:pt>
  </dgm:ptLst>
  <dgm:cxnLst>
    <dgm:cxn modelId="{A4296104-AE1A-9640-92E7-26356E5EA493}" type="presOf" srcId="{0A3EF14D-EF97-4B14-A16E-75C3E39F9755}" destId="{D53F1796-6499-7641-880E-CB8AE1081492}" srcOrd="0" destOrd="0" presId="urn:microsoft.com/office/officeart/2005/8/layout/default"/>
    <dgm:cxn modelId="{90E83C22-5B97-834B-ADCA-7A026DF9E269}" type="presOf" srcId="{420429A7-07B1-41AC-ADBA-47EE150A9A97}" destId="{2CD6639A-8858-4444-8100-35326034C1E9}" srcOrd="0" destOrd="0" presId="urn:microsoft.com/office/officeart/2005/8/layout/default"/>
    <dgm:cxn modelId="{B138DD2E-D1B4-3045-AE77-A0927B816879}" type="presOf" srcId="{028E0DC0-F7BD-4926-A41B-A7A11A59BF11}" destId="{EC829BAF-2B0F-624C-A4CC-A0E0E2D92E09}" srcOrd="0" destOrd="0" presId="urn:microsoft.com/office/officeart/2005/8/layout/default"/>
    <dgm:cxn modelId="{1987BB2F-CA7F-40B4-BCB7-6AF7CB7D1138}" srcId="{0A3EF14D-EF97-4B14-A16E-75C3E39F9755}" destId="{420429A7-07B1-41AC-ADBA-47EE150A9A97}" srcOrd="4" destOrd="0" parTransId="{BB9D1554-77CF-482D-B99C-A446E3356A62}" sibTransId="{C1B6C62A-ECB5-41FD-A0FB-150C4401D766}"/>
    <dgm:cxn modelId="{7705EF41-ECCC-4A46-9B16-F400EADC9742}" srcId="{0A3EF14D-EF97-4B14-A16E-75C3E39F9755}" destId="{028E0DC0-F7BD-4926-A41B-A7A11A59BF11}" srcOrd="0" destOrd="0" parTransId="{C4786635-7A69-4DDF-A236-0592EBE90664}" sibTransId="{CDD4C691-8D3F-4E1B-82C2-CA72A7D002FC}"/>
    <dgm:cxn modelId="{003F5756-973B-4CC7-B08C-7658E82E6182}" srcId="{0A3EF14D-EF97-4B14-A16E-75C3E39F9755}" destId="{4CCF4C55-68E1-4A79-8E5B-BE07BDB3B96E}" srcOrd="2" destOrd="0" parTransId="{CA8770A3-E0FC-44B3-8498-8914B6772466}" sibTransId="{9D7E26E6-2B95-4B8F-947B-AB392D2B2406}"/>
    <dgm:cxn modelId="{C8FA3362-DC3C-4DCA-9886-2D793ED2A425}" srcId="{0A3EF14D-EF97-4B14-A16E-75C3E39F9755}" destId="{61DF49AC-CCA2-461E-AAEA-54A6E7A99A72}" srcOrd="1" destOrd="0" parTransId="{DC93D47E-B6F1-42AF-AFAE-4E322AC3EB9E}" sibTransId="{E58EF6F5-BA59-47DB-AE75-BD506673295A}"/>
    <dgm:cxn modelId="{C5508E83-254D-7749-82DB-D6B6AE3B6C7F}" type="presOf" srcId="{79243EA4-4187-4C1C-8C9C-A7717709C7EB}" destId="{74CA8587-5FAC-194C-86BD-FB6F4A7DF6CC}" srcOrd="0" destOrd="0" presId="urn:microsoft.com/office/officeart/2005/8/layout/default"/>
    <dgm:cxn modelId="{ED6E8094-6D15-DD4E-A523-EA2610994C69}" type="presOf" srcId="{4CCF4C55-68E1-4A79-8E5B-BE07BDB3B96E}" destId="{A3FE43C7-C233-1D4F-97B0-915630B25DA6}" srcOrd="0" destOrd="0" presId="urn:microsoft.com/office/officeart/2005/8/layout/default"/>
    <dgm:cxn modelId="{122E79C0-C1C5-4DB7-AB29-CE99FE07B511}" srcId="{0A3EF14D-EF97-4B14-A16E-75C3E39F9755}" destId="{79243EA4-4187-4C1C-8C9C-A7717709C7EB}" srcOrd="3" destOrd="0" parTransId="{650211E5-7F3A-4A38-A6C5-C9CAFA6A8545}" sibTransId="{CCE3D33C-4CC3-4C8E-9F1E-457C08671255}"/>
    <dgm:cxn modelId="{FD95B1F8-E96A-4142-88BD-551B9D1935A9}" type="presOf" srcId="{61DF49AC-CCA2-461E-AAEA-54A6E7A99A72}" destId="{9BB301BB-8928-C641-B61D-5706F2F53662}" srcOrd="0" destOrd="0" presId="urn:microsoft.com/office/officeart/2005/8/layout/default"/>
    <dgm:cxn modelId="{4290C6F5-F2B9-434F-920D-C31FF373F877}" type="presParOf" srcId="{D53F1796-6499-7641-880E-CB8AE1081492}" destId="{EC829BAF-2B0F-624C-A4CC-A0E0E2D92E09}" srcOrd="0" destOrd="0" presId="urn:microsoft.com/office/officeart/2005/8/layout/default"/>
    <dgm:cxn modelId="{49156862-3A24-AC46-9015-F2FE30CFB453}" type="presParOf" srcId="{D53F1796-6499-7641-880E-CB8AE1081492}" destId="{C671D425-8FBC-E54C-A3C9-08251B353628}" srcOrd="1" destOrd="0" presId="urn:microsoft.com/office/officeart/2005/8/layout/default"/>
    <dgm:cxn modelId="{689CAD35-64A2-F348-BECF-46235296936A}" type="presParOf" srcId="{D53F1796-6499-7641-880E-CB8AE1081492}" destId="{9BB301BB-8928-C641-B61D-5706F2F53662}" srcOrd="2" destOrd="0" presId="urn:microsoft.com/office/officeart/2005/8/layout/default"/>
    <dgm:cxn modelId="{37859DA6-107A-2448-BE06-3B0F82F7C942}" type="presParOf" srcId="{D53F1796-6499-7641-880E-CB8AE1081492}" destId="{00A2D9E3-50E0-5241-BCA1-31D77B76E2F2}" srcOrd="3" destOrd="0" presId="urn:microsoft.com/office/officeart/2005/8/layout/default"/>
    <dgm:cxn modelId="{7ADDF1E2-F35E-7246-9229-A1B020E1928F}" type="presParOf" srcId="{D53F1796-6499-7641-880E-CB8AE1081492}" destId="{A3FE43C7-C233-1D4F-97B0-915630B25DA6}" srcOrd="4" destOrd="0" presId="urn:microsoft.com/office/officeart/2005/8/layout/default"/>
    <dgm:cxn modelId="{41298827-7162-3643-B4AE-4FA7878DBC00}" type="presParOf" srcId="{D53F1796-6499-7641-880E-CB8AE1081492}" destId="{EF5DA210-224A-D748-B0CF-F67B215B5795}" srcOrd="5" destOrd="0" presId="urn:microsoft.com/office/officeart/2005/8/layout/default"/>
    <dgm:cxn modelId="{A5FCCB84-0EE2-064E-AEFF-473F3BB9C019}" type="presParOf" srcId="{D53F1796-6499-7641-880E-CB8AE1081492}" destId="{74CA8587-5FAC-194C-86BD-FB6F4A7DF6CC}" srcOrd="6" destOrd="0" presId="urn:microsoft.com/office/officeart/2005/8/layout/default"/>
    <dgm:cxn modelId="{5ABA724B-9C5E-C047-93D8-825532A0BCE4}" type="presParOf" srcId="{D53F1796-6499-7641-880E-CB8AE1081492}" destId="{FD2372A8-CD2C-8A49-B4DF-7D6A3DF613F5}" srcOrd="7" destOrd="0" presId="urn:microsoft.com/office/officeart/2005/8/layout/default"/>
    <dgm:cxn modelId="{78C60FD1-C5AF-8547-A114-7BFDCA168AEA}" type="presParOf" srcId="{D53F1796-6499-7641-880E-CB8AE1081492}" destId="{2CD6639A-8858-4444-8100-35326034C1E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D8D6B8-E028-1044-B5FD-2EE744008C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GB"/>
        </a:p>
      </dgm:t>
    </dgm:pt>
    <dgm:pt modelId="{8BE7BF7C-81C4-4048-90D1-B4A56AA0144C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GB" sz="1200" dirty="0"/>
            <a:t>AI&amp; ML</a:t>
          </a:r>
        </a:p>
      </dgm:t>
    </dgm:pt>
    <dgm:pt modelId="{F145B862-FE76-564C-AA77-2121324C5EE8}" type="parTrans" cxnId="{70F3185D-6CE9-9047-97DE-B6C40E215F86}">
      <dgm:prSet/>
      <dgm:spPr/>
      <dgm:t>
        <a:bodyPr/>
        <a:lstStyle/>
        <a:p>
          <a:endParaRPr lang="en-GB"/>
        </a:p>
      </dgm:t>
    </dgm:pt>
    <dgm:pt modelId="{14D4F184-5387-D54E-93EF-D03181AA5262}" type="sibTrans" cxnId="{70F3185D-6CE9-9047-97DE-B6C40E215F86}">
      <dgm:prSet/>
      <dgm:spPr/>
      <dgm:t>
        <a:bodyPr/>
        <a:lstStyle/>
        <a:p>
          <a:endParaRPr lang="en-GB"/>
        </a:p>
      </dgm:t>
    </dgm:pt>
    <dgm:pt modelId="{FD2A24F6-ACA9-0447-93F5-636F32BCC157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Lang Chain, Hugging face</a:t>
          </a:r>
        </a:p>
      </dgm:t>
    </dgm:pt>
    <dgm:pt modelId="{CD570595-C304-8D48-A29D-BC7888FD148B}" type="parTrans" cxnId="{707E474D-7527-DA4E-AFC0-24CB3A5C8235}">
      <dgm:prSet/>
      <dgm:spPr/>
      <dgm:t>
        <a:bodyPr/>
        <a:lstStyle/>
        <a:p>
          <a:endParaRPr lang="en-GB"/>
        </a:p>
      </dgm:t>
    </dgm:pt>
    <dgm:pt modelId="{EFBB94A7-508C-4A45-8C6A-541532A0A9DB}" type="sibTrans" cxnId="{707E474D-7527-DA4E-AFC0-24CB3A5C8235}">
      <dgm:prSet/>
      <dgm:spPr/>
      <dgm:t>
        <a:bodyPr/>
        <a:lstStyle/>
        <a:p>
          <a:endParaRPr lang="en-GB"/>
        </a:p>
      </dgm:t>
    </dgm:pt>
    <dgm:pt modelId="{644D5B9A-9BF5-2246-897F-7C045F828A27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GB" sz="1200" dirty="0"/>
            <a:t>Database</a:t>
          </a:r>
        </a:p>
      </dgm:t>
    </dgm:pt>
    <dgm:pt modelId="{79B0C645-C8EA-7247-B56F-346FD68A11E4}" type="parTrans" cxnId="{BB5E5968-4885-E24E-A633-AD3EBBEFDB23}">
      <dgm:prSet/>
      <dgm:spPr/>
      <dgm:t>
        <a:bodyPr/>
        <a:lstStyle/>
        <a:p>
          <a:endParaRPr lang="en-GB"/>
        </a:p>
      </dgm:t>
    </dgm:pt>
    <dgm:pt modelId="{B1D53617-6331-AD46-A210-29ADD5664A78}" type="sibTrans" cxnId="{BB5E5968-4885-E24E-A633-AD3EBBEFDB23}">
      <dgm:prSet/>
      <dgm:spPr/>
      <dgm:t>
        <a:bodyPr/>
        <a:lstStyle/>
        <a:p>
          <a:endParaRPr lang="en-GB"/>
        </a:p>
      </dgm:t>
    </dgm:pt>
    <dgm:pt modelId="{41647A30-A0CA-6D4A-89F4-4C987F34C428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GB" sz="1200" dirty="0"/>
            <a:t>Document processing</a:t>
          </a:r>
        </a:p>
      </dgm:t>
    </dgm:pt>
    <dgm:pt modelId="{CEF711E7-CC70-BC4D-A5F1-96B1AB40B24C}" type="parTrans" cxnId="{3248FA4C-4A3D-C140-842E-07CEA0E4E527}">
      <dgm:prSet/>
      <dgm:spPr/>
      <dgm:t>
        <a:bodyPr/>
        <a:lstStyle/>
        <a:p>
          <a:endParaRPr lang="en-GB"/>
        </a:p>
      </dgm:t>
    </dgm:pt>
    <dgm:pt modelId="{DE854381-94FD-3042-8933-ADEB73C0C82D}" type="sibTrans" cxnId="{3248FA4C-4A3D-C140-842E-07CEA0E4E527}">
      <dgm:prSet/>
      <dgm:spPr/>
      <dgm:t>
        <a:bodyPr/>
        <a:lstStyle/>
        <a:p>
          <a:endParaRPr lang="en-GB"/>
        </a:p>
      </dgm:t>
    </dgm:pt>
    <dgm:pt modelId="{D66A0576-90D6-1541-864C-15415BAC4CF7}">
      <dgm:prSet phldrT="[Text]"/>
      <dgm:spPr/>
      <dgm:t>
        <a:bodyPr/>
        <a:lstStyle/>
        <a:p>
          <a:pPr>
            <a:lnSpc>
              <a:spcPct val="100000"/>
            </a:lnSpc>
          </a:pPr>
          <a:endParaRPr lang="en-GB" dirty="0"/>
        </a:p>
      </dgm:t>
    </dgm:pt>
    <dgm:pt modelId="{3E5DE262-D5FA-1F42-9E6E-32C64DA578FF}" type="parTrans" cxnId="{C57D99AE-F404-B24F-89FA-3CE6695AAE56}">
      <dgm:prSet/>
      <dgm:spPr/>
      <dgm:t>
        <a:bodyPr/>
        <a:lstStyle/>
        <a:p>
          <a:endParaRPr lang="en-GB"/>
        </a:p>
      </dgm:t>
    </dgm:pt>
    <dgm:pt modelId="{7489B5EE-3B42-B345-9C8C-7EAB89D93F3D}" type="sibTrans" cxnId="{C57D99AE-F404-B24F-89FA-3CE6695AAE56}">
      <dgm:prSet/>
      <dgm:spPr/>
      <dgm:t>
        <a:bodyPr/>
        <a:lstStyle/>
        <a:p>
          <a:endParaRPr lang="en-GB"/>
        </a:p>
      </dgm:t>
    </dgm:pt>
    <dgm:pt modelId="{7420FB62-8375-F24A-B7B5-A5FE400FE97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b="0" i="0" dirty="0" err="1"/>
            <a:t>PyMuPDF</a:t>
          </a:r>
          <a:r>
            <a:rPr lang="en-IN" b="0" i="0" dirty="0"/>
            <a:t>, python-pptx, </a:t>
          </a:r>
          <a:r>
            <a:rPr lang="en-IN" b="0" i="0" dirty="0" err="1"/>
            <a:t>openpyxl</a:t>
          </a:r>
          <a:r>
            <a:rPr lang="en-IN" b="0" i="0" dirty="0"/>
            <a:t>, python-docx, mammoth</a:t>
          </a:r>
          <a:endParaRPr lang="en-GB" dirty="0"/>
        </a:p>
      </dgm:t>
    </dgm:pt>
    <dgm:pt modelId="{C2957F92-388D-1942-B870-C730000D78B8}" type="parTrans" cxnId="{237451D1-F1D6-0E4E-A145-219AC0DF1B64}">
      <dgm:prSet/>
      <dgm:spPr/>
      <dgm:t>
        <a:bodyPr/>
        <a:lstStyle/>
        <a:p>
          <a:endParaRPr lang="en-GB"/>
        </a:p>
      </dgm:t>
    </dgm:pt>
    <dgm:pt modelId="{9D9F0314-E807-FA4D-93D7-C89F1FE724CB}" type="sibTrans" cxnId="{237451D1-F1D6-0E4E-A145-219AC0DF1B64}">
      <dgm:prSet/>
      <dgm:spPr/>
      <dgm:t>
        <a:bodyPr/>
        <a:lstStyle/>
        <a:p>
          <a:endParaRPr lang="en-GB"/>
        </a:p>
      </dgm:t>
    </dgm:pt>
    <dgm:pt modelId="{45719A31-BA30-9E42-B1FF-734632B928A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Spacy NLP, </a:t>
          </a:r>
          <a:r>
            <a:rPr lang="en-GB" dirty="0" err="1"/>
            <a:t>Faiss</a:t>
          </a:r>
          <a:endParaRPr lang="en-GB" dirty="0"/>
        </a:p>
      </dgm:t>
    </dgm:pt>
    <dgm:pt modelId="{1ADBD8B0-4DFC-184B-8FF6-CBCB1B9CE41D}" type="parTrans" cxnId="{037414D2-C217-B34B-936C-3772620DCB89}">
      <dgm:prSet/>
      <dgm:spPr/>
      <dgm:t>
        <a:bodyPr/>
        <a:lstStyle/>
        <a:p>
          <a:endParaRPr lang="en-GB"/>
        </a:p>
      </dgm:t>
    </dgm:pt>
    <dgm:pt modelId="{37BDBBD8-DFDF-FB49-9D8E-29A9BECB08DF}" type="sibTrans" cxnId="{037414D2-C217-B34B-936C-3772620DCB89}">
      <dgm:prSet/>
      <dgm:spPr/>
      <dgm:t>
        <a:bodyPr/>
        <a:lstStyle/>
        <a:p>
          <a:endParaRPr lang="en-GB"/>
        </a:p>
      </dgm:t>
    </dgm:pt>
    <dgm:pt modelId="{C459E118-1A3A-5343-BB92-7D286F9DED2D}">
      <dgm:prSet phldrT="[Text]"/>
      <dgm:spPr/>
      <dgm:t>
        <a:bodyPr/>
        <a:lstStyle/>
        <a:p>
          <a:endParaRPr lang="en-GB"/>
        </a:p>
      </dgm:t>
    </dgm:pt>
    <dgm:pt modelId="{AB5F76DE-89E7-7641-BE52-F92A5C979B36}" type="parTrans" cxnId="{49449A2C-4001-004E-80B3-BA8EC4CD882F}">
      <dgm:prSet/>
      <dgm:spPr/>
      <dgm:t>
        <a:bodyPr/>
        <a:lstStyle/>
        <a:p>
          <a:endParaRPr lang="en-GB"/>
        </a:p>
      </dgm:t>
    </dgm:pt>
    <dgm:pt modelId="{4379CD0B-D772-3B49-81E9-8163A5A1C339}" type="sibTrans" cxnId="{49449A2C-4001-004E-80B3-BA8EC4CD882F}">
      <dgm:prSet/>
      <dgm:spPr/>
      <dgm:t>
        <a:bodyPr/>
        <a:lstStyle/>
        <a:p>
          <a:endParaRPr lang="en-GB"/>
        </a:p>
      </dgm:t>
    </dgm:pt>
    <dgm:pt modelId="{A9B1DD2F-E783-A246-AE08-0D19E4B91077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b="0" i="0" dirty="0"/>
            <a:t>Neo4j, Vector Store, FAISS Index, Pickle Cache</a:t>
          </a:r>
          <a:endParaRPr lang="en-GB" dirty="0"/>
        </a:p>
      </dgm:t>
    </dgm:pt>
    <dgm:pt modelId="{677D072E-80D6-EC43-BC21-4393036A1002}" type="sibTrans" cxnId="{61847377-D1AC-9C47-A022-3913042EB3FA}">
      <dgm:prSet/>
      <dgm:spPr/>
      <dgm:t>
        <a:bodyPr/>
        <a:lstStyle/>
        <a:p>
          <a:endParaRPr lang="en-GB"/>
        </a:p>
      </dgm:t>
    </dgm:pt>
    <dgm:pt modelId="{6A3E7B09-8082-8049-8E94-8FAF9735ECC0}" type="parTrans" cxnId="{61847377-D1AC-9C47-A022-3913042EB3FA}">
      <dgm:prSet/>
      <dgm:spPr/>
      <dgm:t>
        <a:bodyPr/>
        <a:lstStyle/>
        <a:p>
          <a:endParaRPr lang="en-GB"/>
        </a:p>
      </dgm:t>
    </dgm:pt>
    <dgm:pt modelId="{163594F4-EB00-C842-8827-5A9138CEA88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200" dirty="0"/>
            <a:t>Web &amp; UI</a:t>
          </a:r>
        </a:p>
      </dgm:t>
    </dgm:pt>
    <dgm:pt modelId="{77721333-74D2-A047-B3EA-1104A9FF2528}" type="parTrans" cxnId="{C9954727-BA7A-BF4C-818E-6A7E9742F70B}">
      <dgm:prSet/>
      <dgm:spPr/>
      <dgm:t>
        <a:bodyPr/>
        <a:lstStyle/>
        <a:p>
          <a:endParaRPr lang="en-GB"/>
        </a:p>
      </dgm:t>
    </dgm:pt>
    <dgm:pt modelId="{DE7F551B-2E12-CE47-8EFB-C9AA3EDCDBDC}" type="sibTrans" cxnId="{C9954727-BA7A-BF4C-818E-6A7E9742F70B}">
      <dgm:prSet/>
      <dgm:spPr/>
      <dgm:t>
        <a:bodyPr/>
        <a:lstStyle/>
        <a:p>
          <a:endParaRPr lang="en-GB"/>
        </a:p>
      </dgm:t>
    </dgm:pt>
    <dgm:pt modelId="{61C1A601-6A66-EE47-A2AE-A82FB612E82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 dirty="0" err="1"/>
            <a:t>Streamlit</a:t>
          </a:r>
          <a:r>
            <a:rPr lang="en-IN" b="0" i="0" dirty="0"/>
            <a:t>, Python, Pandas, </a:t>
          </a:r>
          <a:r>
            <a:rPr lang="en-IN" b="0" i="0" dirty="0" err="1"/>
            <a:t>Groq</a:t>
          </a:r>
          <a:r>
            <a:rPr lang="en-IN" b="0" i="0" dirty="0"/>
            <a:t> API</a:t>
          </a:r>
          <a:endParaRPr lang="en-GB" dirty="0"/>
        </a:p>
      </dgm:t>
    </dgm:pt>
    <dgm:pt modelId="{C171301E-7D6A-5548-B98A-B94D96AA5E0B}" type="parTrans" cxnId="{CFD6580B-53E2-744B-9250-9D2BB34E9C45}">
      <dgm:prSet/>
      <dgm:spPr/>
      <dgm:t>
        <a:bodyPr/>
        <a:lstStyle/>
        <a:p>
          <a:endParaRPr lang="en-GB"/>
        </a:p>
      </dgm:t>
    </dgm:pt>
    <dgm:pt modelId="{C23453A9-AFFB-8E43-876A-CA55E6357861}" type="sibTrans" cxnId="{CFD6580B-53E2-744B-9250-9D2BB34E9C45}">
      <dgm:prSet/>
      <dgm:spPr/>
      <dgm:t>
        <a:bodyPr/>
        <a:lstStyle/>
        <a:p>
          <a:endParaRPr lang="en-GB"/>
        </a:p>
      </dgm:t>
    </dgm:pt>
    <dgm:pt modelId="{B576AEA6-3C6C-447B-837F-77C828F9E170}" type="pres">
      <dgm:prSet presAssocID="{F5D8D6B8-E028-1044-B5FD-2EE744008CAD}" presName="root" presStyleCnt="0">
        <dgm:presLayoutVars>
          <dgm:dir/>
          <dgm:resizeHandles val="exact"/>
        </dgm:presLayoutVars>
      </dgm:prSet>
      <dgm:spPr/>
    </dgm:pt>
    <dgm:pt modelId="{9AC99811-5CDD-45CF-BA6B-C904FA6A2C2A}" type="pres">
      <dgm:prSet presAssocID="{8BE7BF7C-81C4-4048-90D1-B4A56AA0144C}" presName="compNode" presStyleCnt="0"/>
      <dgm:spPr/>
    </dgm:pt>
    <dgm:pt modelId="{7349A37D-C04E-4526-B272-CB67D80083A5}" type="pres">
      <dgm:prSet presAssocID="{8BE7BF7C-81C4-4048-90D1-B4A56AA0144C}" presName="bgRect" presStyleLbl="bgShp" presStyleIdx="0" presStyleCnt="4" custLinFactNeighborX="778" custLinFactNeighborY="10984"/>
      <dgm:spPr/>
    </dgm:pt>
    <dgm:pt modelId="{7C6C2F6C-60FF-40A3-9D1F-DCA4606007E5}" type="pres">
      <dgm:prSet presAssocID="{8BE7BF7C-81C4-4048-90D1-B4A56AA0144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7A5807FC-9DDA-4ECE-BC6A-4D24BDCF9004}" type="pres">
      <dgm:prSet presAssocID="{8BE7BF7C-81C4-4048-90D1-B4A56AA0144C}" presName="spaceRect" presStyleCnt="0"/>
      <dgm:spPr/>
    </dgm:pt>
    <dgm:pt modelId="{C4EA50E5-DAEC-4705-A041-0AA13E10D61D}" type="pres">
      <dgm:prSet presAssocID="{8BE7BF7C-81C4-4048-90D1-B4A56AA0144C}" presName="parTx" presStyleLbl="revTx" presStyleIdx="0" presStyleCnt="8" custScaleX="67559" custScaleY="91563">
        <dgm:presLayoutVars>
          <dgm:chMax val="0"/>
          <dgm:chPref val="0"/>
        </dgm:presLayoutVars>
      </dgm:prSet>
      <dgm:spPr/>
    </dgm:pt>
    <dgm:pt modelId="{AB0AB31A-33AD-4952-9795-1BBBE5240C06}" type="pres">
      <dgm:prSet presAssocID="{8BE7BF7C-81C4-4048-90D1-B4A56AA0144C}" presName="desTx" presStyleLbl="revTx" presStyleIdx="1" presStyleCnt="8" custScaleX="112258" custScaleY="104565" custLinFactNeighborX="10063" custLinFactNeighborY="15400">
        <dgm:presLayoutVars/>
      </dgm:prSet>
      <dgm:spPr/>
    </dgm:pt>
    <dgm:pt modelId="{288FA987-2E30-4C35-B9BE-5CA914008EF7}" type="pres">
      <dgm:prSet presAssocID="{14D4F184-5387-D54E-93EF-D03181AA5262}" presName="sibTrans" presStyleCnt="0"/>
      <dgm:spPr/>
    </dgm:pt>
    <dgm:pt modelId="{7F08E15B-DDF0-4FF6-9791-2E662A2176D9}" type="pres">
      <dgm:prSet presAssocID="{644D5B9A-9BF5-2246-897F-7C045F828A27}" presName="compNode" presStyleCnt="0"/>
      <dgm:spPr/>
    </dgm:pt>
    <dgm:pt modelId="{628E9B32-A212-476D-ABD3-E94F1F053629}" type="pres">
      <dgm:prSet presAssocID="{644D5B9A-9BF5-2246-897F-7C045F828A27}" presName="bgRect" presStyleLbl="bgShp" presStyleIdx="1" presStyleCnt="4" custLinFactNeighborX="367" custLinFactNeighborY="-7684"/>
      <dgm:spPr/>
    </dgm:pt>
    <dgm:pt modelId="{58DAD0A0-B854-42F4-9774-EF573881B440}" type="pres">
      <dgm:prSet presAssocID="{644D5B9A-9BF5-2246-897F-7C045F828A2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CCA6D2E-FD8A-4EA8-9929-648888B0609F}" type="pres">
      <dgm:prSet presAssocID="{644D5B9A-9BF5-2246-897F-7C045F828A27}" presName="spaceRect" presStyleCnt="0"/>
      <dgm:spPr/>
    </dgm:pt>
    <dgm:pt modelId="{266A7D1C-7BC6-487A-B7E5-676DAD6BBD86}" type="pres">
      <dgm:prSet presAssocID="{644D5B9A-9BF5-2246-897F-7C045F828A27}" presName="parTx" presStyleLbl="revTx" presStyleIdx="2" presStyleCnt="8" custScaleX="74026">
        <dgm:presLayoutVars>
          <dgm:chMax val="0"/>
          <dgm:chPref val="0"/>
        </dgm:presLayoutVars>
      </dgm:prSet>
      <dgm:spPr/>
    </dgm:pt>
    <dgm:pt modelId="{75DA8AF8-647A-47C4-AB69-7C70DE8D5931}" type="pres">
      <dgm:prSet presAssocID="{644D5B9A-9BF5-2246-897F-7C045F828A27}" presName="desTx" presStyleLbl="revTx" presStyleIdx="3" presStyleCnt="8" custScaleX="108114" custScaleY="104630">
        <dgm:presLayoutVars/>
      </dgm:prSet>
      <dgm:spPr/>
    </dgm:pt>
    <dgm:pt modelId="{89D19A1C-FC58-4DFC-8F81-836F4EA01A43}" type="pres">
      <dgm:prSet presAssocID="{B1D53617-6331-AD46-A210-29ADD5664A78}" presName="sibTrans" presStyleCnt="0"/>
      <dgm:spPr/>
    </dgm:pt>
    <dgm:pt modelId="{CCDBD274-59EE-4371-99AC-522F2B4C91C4}" type="pres">
      <dgm:prSet presAssocID="{41647A30-A0CA-6D4A-89F4-4C987F34C428}" presName="compNode" presStyleCnt="0"/>
      <dgm:spPr/>
    </dgm:pt>
    <dgm:pt modelId="{D39384F8-3A7A-4403-ADF6-03354C7DCBA0}" type="pres">
      <dgm:prSet presAssocID="{41647A30-A0CA-6D4A-89F4-4C987F34C428}" presName="bgRect" presStyleLbl="bgShp" presStyleIdx="2" presStyleCnt="4" custLinFactNeighborY="-1223"/>
      <dgm:spPr/>
    </dgm:pt>
    <dgm:pt modelId="{C5DC3A80-3EA2-44CC-A8FC-9A6B46AB88A3}" type="pres">
      <dgm:prSet presAssocID="{41647A30-A0CA-6D4A-89F4-4C987F34C42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nake"/>
        </a:ext>
      </dgm:extLst>
    </dgm:pt>
    <dgm:pt modelId="{AB5B79B3-D03E-4AAE-A239-CB9161971A58}" type="pres">
      <dgm:prSet presAssocID="{41647A30-A0CA-6D4A-89F4-4C987F34C428}" presName="spaceRect" presStyleCnt="0"/>
      <dgm:spPr/>
    </dgm:pt>
    <dgm:pt modelId="{7FD61008-258F-44D8-95DD-0B22E319B1A6}" type="pres">
      <dgm:prSet presAssocID="{41647A30-A0CA-6D4A-89F4-4C987F34C428}" presName="parTx" presStyleLbl="revTx" presStyleIdx="4" presStyleCnt="8" custScaleX="92704">
        <dgm:presLayoutVars>
          <dgm:chMax val="0"/>
          <dgm:chPref val="0"/>
        </dgm:presLayoutVars>
      </dgm:prSet>
      <dgm:spPr/>
    </dgm:pt>
    <dgm:pt modelId="{BB372F53-2E3D-4752-9AC7-C51EE2383BDB}" type="pres">
      <dgm:prSet presAssocID="{41647A30-A0CA-6D4A-89F4-4C987F34C428}" presName="desTx" presStyleLbl="revTx" presStyleIdx="5" presStyleCnt="8" custScaleX="111785" custLinFactNeighborX="-16139" custLinFactNeighborY="-11526">
        <dgm:presLayoutVars/>
      </dgm:prSet>
      <dgm:spPr/>
    </dgm:pt>
    <dgm:pt modelId="{41B87C64-20AA-4129-8F17-9FFD1770DD8F}" type="pres">
      <dgm:prSet presAssocID="{DE854381-94FD-3042-8933-ADEB73C0C82D}" presName="sibTrans" presStyleCnt="0"/>
      <dgm:spPr/>
    </dgm:pt>
    <dgm:pt modelId="{255F807F-102B-49E9-9B5D-E00BAE976BBC}" type="pres">
      <dgm:prSet presAssocID="{163594F4-EB00-C842-8827-5A9138CEA880}" presName="compNode" presStyleCnt="0"/>
      <dgm:spPr/>
    </dgm:pt>
    <dgm:pt modelId="{CB4DEB2B-3AE1-4835-93CE-BA0BF169802D}" type="pres">
      <dgm:prSet presAssocID="{163594F4-EB00-C842-8827-5A9138CEA880}" presName="bgRect" presStyleLbl="bgShp" presStyleIdx="3" presStyleCnt="4"/>
      <dgm:spPr/>
    </dgm:pt>
    <dgm:pt modelId="{E690BF8B-9A6E-44B9-89A9-9D91EFE0D62B}" type="pres">
      <dgm:prSet presAssocID="{163594F4-EB00-C842-8827-5A9138CEA88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87497B28-159B-42BB-8FB4-8092A6874F9A}" type="pres">
      <dgm:prSet presAssocID="{163594F4-EB00-C842-8827-5A9138CEA880}" presName="spaceRect" presStyleCnt="0"/>
      <dgm:spPr/>
    </dgm:pt>
    <dgm:pt modelId="{98E874EC-763C-4949-B74B-01AAAC88A2FC}" type="pres">
      <dgm:prSet presAssocID="{163594F4-EB00-C842-8827-5A9138CEA880}" presName="parTx" presStyleLbl="revTx" presStyleIdx="6" presStyleCnt="8" custScaleX="79475">
        <dgm:presLayoutVars>
          <dgm:chMax val="0"/>
          <dgm:chPref val="0"/>
        </dgm:presLayoutVars>
      </dgm:prSet>
      <dgm:spPr/>
    </dgm:pt>
    <dgm:pt modelId="{BFFA937B-B5D7-4489-A439-1E1324740E70}" type="pres">
      <dgm:prSet presAssocID="{163594F4-EB00-C842-8827-5A9138CEA880}" presName="desTx" presStyleLbl="revTx" presStyleIdx="7" presStyleCnt="8">
        <dgm:presLayoutVars/>
      </dgm:prSet>
      <dgm:spPr/>
    </dgm:pt>
  </dgm:ptLst>
  <dgm:cxnLst>
    <dgm:cxn modelId="{CFD6580B-53E2-744B-9250-9D2BB34E9C45}" srcId="{163594F4-EB00-C842-8827-5A9138CEA880}" destId="{61C1A601-6A66-EE47-A2AE-A82FB612E82A}" srcOrd="0" destOrd="0" parTransId="{C171301E-7D6A-5548-B98A-B94D96AA5E0B}" sibTransId="{C23453A9-AFFB-8E43-876A-CA55E6357861}"/>
    <dgm:cxn modelId="{91B2D119-1FE6-5B43-B86F-B27426CA1C0D}" type="presOf" srcId="{D66A0576-90D6-1541-864C-15415BAC4CF7}" destId="{BB372F53-2E3D-4752-9AC7-C51EE2383BDB}" srcOrd="0" destOrd="0" presId="urn:microsoft.com/office/officeart/2018/2/layout/IconVerticalSolidList"/>
    <dgm:cxn modelId="{44566A23-1224-004B-8460-9202EC2BF6CB}" type="presOf" srcId="{61C1A601-6A66-EE47-A2AE-A82FB612E82A}" destId="{BFFA937B-B5D7-4489-A439-1E1324740E70}" srcOrd="0" destOrd="0" presId="urn:microsoft.com/office/officeart/2018/2/layout/IconVerticalSolidList"/>
    <dgm:cxn modelId="{C9954727-BA7A-BF4C-818E-6A7E9742F70B}" srcId="{F5D8D6B8-E028-1044-B5FD-2EE744008CAD}" destId="{163594F4-EB00-C842-8827-5A9138CEA880}" srcOrd="3" destOrd="0" parTransId="{77721333-74D2-A047-B3EA-1104A9FF2528}" sibTransId="{DE7F551B-2E12-CE47-8EFB-C9AA3EDCDBDC}"/>
    <dgm:cxn modelId="{1FA62929-B209-0542-AD91-C446FA29EB86}" type="presOf" srcId="{C459E118-1A3A-5343-BB92-7D286F9DED2D}" destId="{AB0AB31A-33AD-4952-9795-1BBBE5240C06}" srcOrd="0" destOrd="2" presId="urn:microsoft.com/office/officeart/2018/2/layout/IconVerticalSolidList"/>
    <dgm:cxn modelId="{49449A2C-4001-004E-80B3-BA8EC4CD882F}" srcId="{45719A31-BA30-9E42-B1FF-734632B928A2}" destId="{C459E118-1A3A-5343-BB92-7D286F9DED2D}" srcOrd="0" destOrd="0" parTransId="{AB5F76DE-89E7-7641-BE52-F92A5C979B36}" sibTransId="{4379CD0B-D772-3B49-81E9-8163A5A1C339}"/>
    <dgm:cxn modelId="{37F12C30-2E0E-AD4F-87F2-4F56753F005F}" type="presOf" srcId="{41647A30-A0CA-6D4A-89F4-4C987F34C428}" destId="{7FD61008-258F-44D8-95DD-0B22E319B1A6}" srcOrd="0" destOrd="0" presId="urn:microsoft.com/office/officeart/2018/2/layout/IconVerticalSolidList"/>
    <dgm:cxn modelId="{CC610C41-8022-6345-8529-EF4FFA5DA6FF}" type="presOf" srcId="{45719A31-BA30-9E42-B1FF-734632B928A2}" destId="{AB0AB31A-33AD-4952-9795-1BBBE5240C06}" srcOrd="0" destOrd="1" presId="urn:microsoft.com/office/officeart/2018/2/layout/IconVerticalSolidList"/>
    <dgm:cxn modelId="{3248FA4C-4A3D-C140-842E-07CEA0E4E527}" srcId="{F5D8D6B8-E028-1044-B5FD-2EE744008CAD}" destId="{41647A30-A0CA-6D4A-89F4-4C987F34C428}" srcOrd="2" destOrd="0" parTransId="{CEF711E7-CC70-BC4D-A5F1-96B1AB40B24C}" sibTransId="{DE854381-94FD-3042-8933-ADEB73C0C82D}"/>
    <dgm:cxn modelId="{707E474D-7527-DA4E-AFC0-24CB3A5C8235}" srcId="{8BE7BF7C-81C4-4048-90D1-B4A56AA0144C}" destId="{FD2A24F6-ACA9-0447-93F5-636F32BCC157}" srcOrd="0" destOrd="0" parTransId="{CD570595-C304-8D48-A29D-BC7888FD148B}" sibTransId="{EFBB94A7-508C-4A45-8C6A-541532A0A9DB}"/>
    <dgm:cxn modelId="{70F3185D-6CE9-9047-97DE-B6C40E215F86}" srcId="{F5D8D6B8-E028-1044-B5FD-2EE744008CAD}" destId="{8BE7BF7C-81C4-4048-90D1-B4A56AA0144C}" srcOrd="0" destOrd="0" parTransId="{F145B862-FE76-564C-AA77-2121324C5EE8}" sibTransId="{14D4F184-5387-D54E-93EF-D03181AA5262}"/>
    <dgm:cxn modelId="{87C97160-FA91-1A44-BBBE-73886740C785}" type="presOf" srcId="{FD2A24F6-ACA9-0447-93F5-636F32BCC157}" destId="{AB0AB31A-33AD-4952-9795-1BBBE5240C06}" srcOrd="0" destOrd="0" presId="urn:microsoft.com/office/officeart/2018/2/layout/IconVerticalSolidList"/>
    <dgm:cxn modelId="{BB5E5968-4885-E24E-A633-AD3EBBEFDB23}" srcId="{F5D8D6B8-E028-1044-B5FD-2EE744008CAD}" destId="{644D5B9A-9BF5-2246-897F-7C045F828A27}" srcOrd="1" destOrd="0" parTransId="{79B0C645-C8EA-7247-B56F-346FD68A11E4}" sibTransId="{B1D53617-6331-AD46-A210-29ADD5664A78}"/>
    <dgm:cxn modelId="{61847377-D1AC-9C47-A022-3913042EB3FA}" srcId="{644D5B9A-9BF5-2246-897F-7C045F828A27}" destId="{A9B1DD2F-E783-A246-AE08-0D19E4B91077}" srcOrd="0" destOrd="0" parTransId="{6A3E7B09-8082-8049-8E94-8FAF9735ECC0}" sibTransId="{677D072E-80D6-EC43-BC21-4393036A1002}"/>
    <dgm:cxn modelId="{A7335682-B8B3-234A-802C-E2746FD7F805}" type="presOf" srcId="{163594F4-EB00-C842-8827-5A9138CEA880}" destId="{98E874EC-763C-4949-B74B-01AAAC88A2FC}" srcOrd="0" destOrd="0" presId="urn:microsoft.com/office/officeart/2018/2/layout/IconVerticalSolidList"/>
    <dgm:cxn modelId="{9E74AE98-0289-8148-B32A-5714F6A07FEE}" type="presOf" srcId="{7420FB62-8375-F24A-B7B5-A5FE400FE971}" destId="{BB372F53-2E3D-4752-9AC7-C51EE2383BDB}" srcOrd="0" destOrd="1" presId="urn:microsoft.com/office/officeart/2018/2/layout/IconVerticalSolidList"/>
    <dgm:cxn modelId="{C57D99AE-F404-B24F-89FA-3CE6695AAE56}" srcId="{41647A30-A0CA-6D4A-89F4-4C987F34C428}" destId="{D66A0576-90D6-1541-864C-15415BAC4CF7}" srcOrd="0" destOrd="0" parTransId="{3E5DE262-D5FA-1F42-9E6E-32C64DA578FF}" sibTransId="{7489B5EE-3B42-B345-9C8C-7EAB89D93F3D}"/>
    <dgm:cxn modelId="{82085CB9-72DF-6249-93B7-F6F8C230988B}" type="presOf" srcId="{F5D8D6B8-E028-1044-B5FD-2EE744008CAD}" destId="{B576AEA6-3C6C-447B-837F-77C828F9E170}" srcOrd="0" destOrd="0" presId="urn:microsoft.com/office/officeart/2018/2/layout/IconVerticalSolidList"/>
    <dgm:cxn modelId="{73B666BA-51A0-054B-8563-6BDD446A5E39}" type="presOf" srcId="{A9B1DD2F-E783-A246-AE08-0D19E4B91077}" destId="{75DA8AF8-647A-47C4-AB69-7C70DE8D5931}" srcOrd="0" destOrd="0" presId="urn:microsoft.com/office/officeart/2018/2/layout/IconVerticalSolidList"/>
    <dgm:cxn modelId="{237451D1-F1D6-0E4E-A145-219AC0DF1B64}" srcId="{41647A30-A0CA-6D4A-89F4-4C987F34C428}" destId="{7420FB62-8375-F24A-B7B5-A5FE400FE971}" srcOrd="1" destOrd="0" parTransId="{C2957F92-388D-1942-B870-C730000D78B8}" sibTransId="{9D9F0314-E807-FA4D-93D7-C89F1FE724CB}"/>
    <dgm:cxn modelId="{037414D2-C217-B34B-936C-3772620DCB89}" srcId="{8BE7BF7C-81C4-4048-90D1-B4A56AA0144C}" destId="{45719A31-BA30-9E42-B1FF-734632B928A2}" srcOrd="1" destOrd="0" parTransId="{1ADBD8B0-4DFC-184B-8FF6-CBCB1B9CE41D}" sibTransId="{37BDBBD8-DFDF-FB49-9D8E-29A9BECB08DF}"/>
    <dgm:cxn modelId="{61F734DE-192A-CC48-9366-59FB8628D0F9}" type="presOf" srcId="{8BE7BF7C-81C4-4048-90D1-B4A56AA0144C}" destId="{C4EA50E5-DAEC-4705-A041-0AA13E10D61D}" srcOrd="0" destOrd="0" presId="urn:microsoft.com/office/officeart/2018/2/layout/IconVerticalSolidList"/>
    <dgm:cxn modelId="{9C11E6F0-E5F0-C541-98D3-9C07A50261CC}" type="presOf" srcId="{644D5B9A-9BF5-2246-897F-7C045F828A27}" destId="{266A7D1C-7BC6-487A-B7E5-676DAD6BBD86}" srcOrd="0" destOrd="0" presId="urn:microsoft.com/office/officeart/2018/2/layout/IconVerticalSolidList"/>
    <dgm:cxn modelId="{68EEA2FA-317C-EA48-88F6-CE27BF357AD9}" type="presParOf" srcId="{B576AEA6-3C6C-447B-837F-77C828F9E170}" destId="{9AC99811-5CDD-45CF-BA6B-C904FA6A2C2A}" srcOrd="0" destOrd="0" presId="urn:microsoft.com/office/officeart/2018/2/layout/IconVerticalSolidList"/>
    <dgm:cxn modelId="{F4A90CE9-96F0-3D43-9296-613D4E05EB19}" type="presParOf" srcId="{9AC99811-5CDD-45CF-BA6B-C904FA6A2C2A}" destId="{7349A37D-C04E-4526-B272-CB67D80083A5}" srcOrd="0" destOrd="0" presId="urn:microsoft.com/office/officeart/2018/2/layout/IconVerticalSolidList"/>
    <dgm:cxn modelId="{73145542-C3C9-4042-9259-2D19EA64A7D8}" type="presParOf" srcId="{9AC99811-5CDD-45CF-BA6B-C904FA6A2C2A}" destId="{7C6C2F6C-60FF-40A3-9D1F-DCA4606007E5}" srcOrd="1" destOrd="0" presId="urn:microsoft.com/office/officeart/2018/2/layout/IconVerticalSolidList"/>
    <dgm:cxn modelId="{57C8947D-035D-9F46-BCA6-7ECE5F15E86E}" type="presParOf" srcId="{9AC99811-5CDD-45CF-BA6B-C904FA6A2C2A}" destId="{7A5807FC-9DDA-4ECE-BC6A-4D24BDCF9004}" srcOrd="2" destOrd="0" presId="urn:microsoft.com/office/officeart/2018/2/layout/IconVerticalSolidList"/>
    <dgm:cxn modelId="{D40A753D-7C52-834B-8EF3-EC8A577DCCB6}" type="presParOf" srcId="{9AC99811-5CDD-45CF-BA6B-C904FA6A2C2A}" destId="{C4EA50E5-DAEC-4705-A041-0AA13E10D61D}" srcOrd="3" destOrd="0" presId="urn:microsoft.com/office/officeart/2018/2/layout/IconVerticalSolidList"/>
    <dgm:cxn modelId="{8E7AE8CF-5F00-2341-988B-BB08ED928732}" type="presParOf" srcId="{9AC99811-5CDD-45CF-BA6B-C904FA6A2C2A}" destId="{AB0AB31A-33AD-4952-9795-1BBBE5240C06}" srcOrd="4" destOrd="0" presId="urn:microsoft.com/office/officeart/2018/2/layout/IconVerticalSolidList"/>
    <dgm:cxn modelId="{3FAAF815-F8D6-8246-AD10-B578DF37AD7F}" type="presParOf" srcId="{B576AEA6-3C6C-447B-837F-77C828F9E170}" destId="{288FA987-2E30-4C35-B9BE-5CA914008EF7}" srcOrd="1" destOrd="0" presId="urn:microsoft.com/office/officeart/2018/2/layout/IconVerticalSolidList"/>
    <dgm:cxn modelId="{9B3E17D9-694A-2C45-BD2B-157288E22C21}" type="presParOf" srcId="{B576AEA6-3C6C-447B-837F-77C828F9E170}" destId="{7F08E15B-DDF0-4FF6-9791-2E662A2176D9}" srcOrd="2" destOrd="0" presId="urn:microsoft.com/office/officeart/2018/2/layout/IconVerticalSolidList"/>
    <dgm:cxn modelId="{F1CBDBD5-5869-9641-9E6C-E0FC9306B4C8}" type="presParOf" srcId="{7F08E15B-DDF0-4FF6-9791-2E662A2176D9}" destId="{628E9B32-A212-476D-ABD3-E94F1F053629}" srcOrd="0" destOrd="0" presId="urn:microsoft.com/office/officeart/2018/2/layout/IconVerticalSolidList"/>
    <dgm:cxn modelId="{0680612B-F2C3-924B-B88D-D55EEE8F8B66}" type="presParOf" srcId="{7F08E15B-DDF0-4FF6-9791-2E662A2176D9}" destId="{58DAD0A0-B854-42F4-9774-EF573881B440}" srcOrd="1" destOrd="0" presId="urn:microsoft.com/office/officeart/2018/2/layout/IconVerticalSolidList"/>
    <dgm:cxn modelId="{E64D72D5-92DD-A644-AB82-56F0922B5A56}" type="presParOf" srcId="{7F08E15B-DDF0-4FF6-9791-2E662A2176D9}" destId="{FCCA6D2E-FD8A-4EA8-9929-648888B0609F}" srcOrd="2" destOrd="0" presId="urn:microsoft.com/office/officeart/2018/2/layout/IconVerticalSolidList"/>
    <dgm:cxn modelId="{6DFD9805-5F9A-7746-8357-0B7CE0BD6589}" type="presParOf" srcId="{7F08E15B-DDF0-4FF6-9791-2E662A2176D9}" destId="{266A7D1C-7BC6-487A-B7E5-676DAD6BBD86}" srcOrd="3" destOrd="0" presId="urn:microsoft.com/office/officeart/2018/2/layout/IconVerticalSolidList"/>
    <dgm:cxn modelId="{AD0F101C-76AC-FB43-A3FC-53E75AC91D01}" type="presParOf" srcId="{7F08E15B-DDF0-4FF6-9791-2E662A2176D9}" destId="{75DA8AF8-647A-47C4-AB69-7C70DE8D5931}" srcOrd="4" destOrd="0" presId="urn:microsoft.com/office/officeart/2018/2/layout/IconVerticalSolidList"/>
    <dgm:cxn modelId="{5141D34A-8DBC-FA45-AC9A-FB22C4EC489D}" type="presParOf" srcId="{B576AEA6-3C6C-447B-837F-77C828F9E170}" destId="{89D19A1C-FC58-4DFC-8F81-836F4EA01A43}" srcOrd="3" destOrd="0" presId="urn:microsoft.com/office/officeart/2018/2/layout/IconVerticalSolidList"/>
    <dgm:cxn modelId="{E1845519-2E98-EF41-A96B-735D4A1B41FE}" type="presParOf" srcId="{B576AEA6-3C6C-447B-837F-77C828F9E170}" destId="{CCDBD274-59EE-4371-99AC-522F2B4C91C4}" srcOrd="4" destOrd="0" presId="urn:microsoft.com/office/officeart/2018/2/layout/IconVerticalSolidList"/>
    <dgm:cxn modelId="{852F753A-890C-2241-A0D2-89B96BD7F20C}" type="presParOf" srcId="{CCDBD274-59EE-4371-99AC-522F2B4C91C4}" destId="{D39384F8-3A7A-4403-ADF6-03354C7DCBA0}" srcOrd="0" destOrd="0" presId="urn:microsoft.com/office/officeart/2018/2/layout/IconVerticalSolidList"/>
    <dgm:cxn modelId="{D6C12BA3-DDC3-124D-85F9-45758A91D534}" type="presParOf" srcId="{CCDBD274-59EE-4371-99AC-522F2B4C91C4}" destId="{C5DC3A80-3EA2-44CC-A8FC-9A6B46AB88A3}" srcOrd="1" destOrd="0" presId="urn:microsoft.com/office/officeart/2018/2/layout/IconVerticalSolidList"/>
    <dgm:cxn modelId="{F75E906A-DE96-C24A-9D2B-CA02027456AD}" type="presParOf" srcId="{CCDBD274-59EE-4371-99AC-522F2B4C91C4}" destId="{AB5B79B3-D03E-4AAE-A239-CB9161971A58}" srcOrd="2" destOrd="0" presId="urn:microsoft.com/office/officeart/2018/2/layout/IconVerticalSolidList"/>
    <dgm:cxn modelId="{F71250D1-A935-964C-A7E7-8C427E6688D4}" type="presParOf" srcId="{CCDBD274-59EE-4371-99AC-522F2B4C91C4}" destId="{7FD61008-258F-44D8-95DD-0B22E319B1A6}" srcOrd="3" destOrd="0" presId="urn:microsoft.com/office/officeart/2018/2/layout/IconVerticalSolidList"/>
    <dgm:cxn modelId="{BFA92424-7FF2-6849-BB4A-80975B3215BB}" type="presParOf" srcId="{CCDBD274-59EE-4371-99AC-522F2B4C91C4}" destId="{BB372F53-2E3D-4752-9AC7-C51EE2383BDB}" srcOrd="4" destOrd="0" presId="urn:microsoft.com/office/officeart/2018/2/layout/IconVerticalSolidList"/>
    <dgm:cxn modelId="{F0ECF164-4DCE-8F47-8121-893169D9F86F}" type="presParOf" srcId="{B576AEA6-3C6C-447B-837F-77C828F9E170}" destId="{41B87C64-20AA-4129-8F17-9FFD1770DD8F}" srcOrd="5" destOrd="0" presId="urn:microsoft.com/office/officeart/2018/2/layout/IconVerticalSolidList"/>
    <dgm:cxn modelId="{60D8F20D-0D1C-9441-A99A-D16AA19F1721}" type="presParOf" srcId="{B576AEA6-3C6C-447B-837F-77C828F9E170}" destId="{255F807F-102B-49E9-9B5D-E00BAE976BBC}" srcOrd="6" destOrd="0" presId="urn:microsoft.com/office/officeart/2018/2/layout/IconVerticalSolidList"/>
    <dgm:cxn modelId="{3CE7251A-AB8C-904E-8165-3374357B418B}" type="presParOf" srcId="{255F807F-102B-49E9-9B5D-E00BAE976BBC}" destId="{CB4DEB2B-3AE1-4835-93CE-BA0BF169802D}" srcOrd="0" destOrd="0" presId="urn:microsoft.com/office/officeart/2018/2/layout/IconVerticalSolidList"/>
    <dgm:cxn modelId="{04B5B258-2B30-6946-BB15-543ED342A484}" type="presParOf" srcId="{255F807F-102B-49E9-9B5D-E00BAE976BBC}" destId="{E690BF8B-9A6E-44B9-89A9-9D91EFE0D62B}" srcOrd="1" destOrd="0" presId="urn:microsoft.com/office/officeart/2018/2/layout/IconVerticalSolidList"/>
    <dgm:cxn modelId="{BBF6F24C-D38B-7B41-A8AB-EE27738D4E41}" type="presParOf" srcId="{255F807F-102B-49E9-9B5D-E00BAE976BBC}" destId="{87497B28-159B-42BB-8FB4-8092A6874F9A}" srcOrd="2" destOrd="0" presId="urn:microsoft.com/office/officeart/2018/2/layout/IconVerticalSolidList"/>
    <dgm:cxn modelId="{F007CCA7-9575-1943-B365-C933C890D240}" type="presParOf" srcId="{255F807F-102B-49E9-9B5D-E00BAE976BBC}" destId="{98E874EC-763C-4949-B74B-01AAAC88A2FC}" srcOrd="3" destOrd="0" presId="urn:microsoft.com/office/officeart/2018/2/layout/IconVerticalSolidList"/>
    <dgm:cxn modelId="{8DF9F801-5067-C344-B04B-CA93D94CC161}" type="presParOf" srcId="{255F807F-102B-49E9-9B5D-E00BAE976BBC}" destId="{BFFA937B-B5D7-4489-A439-1E1324740E7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8DA557-CAB6-144D-897F-52860BD9E949}" type="doc">
      <dgm:prSet loTypeId="urn:microsoft.com/office/officeart/2005/8/layout/b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1E99061-DF81-F046-ABD2-5E91ED49684F}">
      <dgm:prSet phldrT="[Text]"/>
      <dgm:spPr/>
      <dgm:t>
        <a:bodyPr/>
        <a:lstStyle/>
        <a:p>
          <a:r>
            <a:rPr lang="en-GB" dirty="0"/>
            <a:t>Problem Statement</a:t>
          </a:r>
        </a:p>
      </dgm:t>
    </dgm:pt>
    <dgm:pt modelId="{FD9B86D5-8BE3-4C4B-BC5C-BEBC29A96DC5}" type="parTrans" cxnId="{56D64D85-0F7B-504E-BB4A-0E29C2189A7D}">
      <dgm:prSet/>
      <dgm:spPr/>
      <dgm:t>
        <a:bodyPr/>
        <a:lstStyle/>
        <a:p>
          <a:endParaRPr lang="en-GB"/>
        </a:p>
      </dgm:t>
    </dgm:pt>
    <dgm:pt modelId="{67062B94-E9E0-8A4F-A379-886978AE0375}" type="sibTrans" cxnId="{56D64D85-0F7B-504E-BB4A-0E29C2189A7D}">
      <dgm:prSet/>
      <dgm:spPr/>
      <dgm:t>
        <a:bodyPr/>
        <a:lstStyle/>
        <a:p>
          <a:endParaRPr lang="en-GB"/>
        </a:p>
      </dgm:t>
    </dgm:pt>
    <dgm:pt modelId="{04A4A73F-E3DB-8F4D-8FB8-2795575A0C30}">
      <dgm:prSet phldrT="[Text]"/>
      <dgm:spPr/>
      <dgm:t>
        <a:bodyPr/>
        <a:lstStyle/>
        <a:p>
          <a:r>
            <a:rPr lang="en-GB" dirty="0"/>
            <a:t>Objectives:</a:t>
          </a:r>
        </a:p>
      </dgm:t>
    </dgm:pt>
    <dgm:pt modelId="{DD86C402-4885-314B-ADAC-399AC267F52F}" type="parTrans" cxnId="{B9568B76-92AF-5448-B26C-4086E235F483}">
      <dgm:prSet/>
      <dgm:spPr/>
      <dgm:t>
        <a:bodyPr/>
        <a:lstStyle/>
        <a:p>
          <a:endParaRPr lang="en-GB"/>
        </a:p>
      </dgm:t>
    </dgm:pt>
    <dgm:pt modelId="{C5891987-3E8C-5F40-9162-21B3049F5DF7}" type="sibTrans" cxnId="{B9568B76-92AF-5448-B26C-4086E235F483}">
      <dgm:prSet/>
      <dgm:spPr/>
      <dgm:t>
        <a:bodyPr/>
        <a:lstStyle/>
        <a:p>
          <a:endParaRPr lang="en-GB"/>
        </a:p>
      </dgm:t>
    </dgm:pt>
    <dgm:pt modelId="{9C85F959-F9E5-9A40-A646-9851428E9DC1}">
      <dgm:prSet/>
      <dgm:spPr/>
      <dgm:t>
        <a:bodyPr/>
        <a:lstStyle/>
        <a:p>
          <a:r>
            <a:rPr lang="en-GB" dirty="0"/>
            <a:t>Solution </a:t>
          </a:r>
        </a:p>
      </dgm:t>
    </dgm:pt>
    <dgm:pt modelId="{24353BD3-82D3-0740-9CF3-C3E683C24C45}" type="parTrans" cxnId="{02B73B16-E0D1-DA41-A521-39E42DFE6D8E}">
      <dgm:prSet/>
      <dgm:spPr/>
      <dgm:t>
        <a:bodyPr/>
        <a:lstStyle/>
        <a:p>
          <a:endParaRPr lang="en-GB"/>
        </a:p>
      </dgm:t>
    </dgm:pt>
    <dgm:pt modelId="{5EF02AD2-250B-9847-B892-566AEAB9A90B}" type="sibTrans" cxnId="{02B73B16-E0D1-DA41-A521-39E42DFE6D8E}">
      <dgm:prSet/>
      <dgm:spPr/>
      <dgm:t>
        <a:bodyPr/>
        <a:lstStyle/>
        <a:p>
          <a:endParaRPr lang="en-GB"/>
        </a:p>
      </dgm:t>
    </dgm:pt>
    <dgm:pt modelId="{11A65743-AACB-4F40-8EDE-B2AE2B98A966}">
      <dgm:prSet custT="1"/>
      <dgm:spPr/>
      <dgm:t>
        <a:bodyPr/>
        <a:lstStyle/>
        <a:p>
          <a:pPr>
            <a:buNone/>
          </a:pPr>
          <a:r>
            <a:rPr lang="en-IN" sz="900" dirty="0"/>
            <a:t>Extracting meaningful insights from diverse document formats spread across systems is a major challenge.</a:t>
          </a:r>
          <a:br>
            <a:rPr lang="en-IN" sz="900" dirty="0"/>
          </a:br>
          <a:r>
            <a:rPr lang="en-IN" sz="900" dirty="0"/>
            <a:t>Traditional search fails to understand </a:t>
          </a:r>
          <a:r>
            <a:rPr lang="en-IN" sz="900" b="1" dirty="0"/>
            <a:t>entity relationships</a:t>
          </a:r>
          <a:r>
            <a:rPr lang="en-IN" sz="900" dirty="0"/>
            <a:t> and provide </a:t>
          </a:r>
          <a:r>
            <a:rPr lang="en-IN" sz="900" b="1" dirty="0"/>
            <a:t>context-aware answers</a:t>
          </a:r>
          <a:r>
            <a:rPr lang="en-IN" sz="900" dirty="0"/>
            <a:t>.</a:t>
          </a:r>
          <a:endParaRPr lang="en-GB" sz="900" dirty="0"/>
        </a:p>
      </dgm:t>
    </dgm:pt>
    <dgm:pt modelId="{C3C67CFF-C64E-5646-BC7B-D35BFC713F55}" type="parTrans" cxnId="{4A0377DC-09FD-0D46-8687-99F00D0BFA7B}">
      <dgm:prSet/>
      <dgm:spPr/>
      <dgm:t>
        <a:bodyPr/>
        <a:lstStyle/>
        <a:p>
          <a:endParaRPr lang="en-GB"/>
        </a:p>
      </dgm:t>
    </dgm:pt>
    <dgm:pt modelId="{E4D2ED35-9071-C54E-9374-C9410486B41D}" type="sibTrans" cxnId="{4A0377DC-09FD-0D46-8687-99F00D0BFA7B}">
      <dgm:prSet/>
      <dgm:spPr/>
      <dgm:t>
        <a:bodyPr/>
        <a:lstStyle/>
        <a:p>
          <a:endParaRPr lang="en-GB"/>
        </a:p>
      </dgm:t>
    </dgm:pt>
    <dgm:pt modelId="{A658413D-714E-414C-8545-37F96B5AB778}">
      <dgm:prSet custT="1"/>
      <dgm:spPr/>
      <dgm:t>
        <a:bodyPr/>
        <a:lstStyle/>
        <a:p>
          <a:pPr>
            <a:buNone/>
          </a:pPr>
          <a:r>
            <a:rPr lang="en-IN" sz="800" b="1" dirty="0"/>
            <a:t>Build intelligent document analysis with seamless processing and contextual understanding.</a:t>
          </a:r>
          <a:endParaRPr lang="en-GB" sz="800" dirty="0"/>
        </a:p>
      </dgm:t>
    </dgm:pt>
    <dgm:pt modelId="{296AFAFA-EA9F-474C-A55C-19A860133E1E}" type="parTrans" cxnId="{ED87DBE8-EFD0-4941-9370-6FDFA76892BA}">
      <dgm:prSet/>
      <dgm:spPr/>
      <dgm:t>
        <a:bodyPr/>
        <a:lstStyle/>
        <a:p>
          <a:endParaRPr lang="en-GB"/>
        </a:p>
      </dgm:t>
    </dgm:pt>
    <dgm:pt modelId="{FB078FD0-01FB-B64D-9BFC-922F1D25AA2B}" type="sibTrans" cxnId="{ED87DBE8-EFD0-4941-9370-6FDFA76892BA}">
      <dgm:prSet/>
      <dgm:spPr/>
      <dgm:t>
        <a:bodyPr/>
        <a:lstStyle/>
        <a:p>
          <a:endParaRPr lang="en-GB"/>
        </a:p>
      </dgm:t>
    </dgm:pt>
    <dgm:pt modelId="{F78B3909-DA7E-A84E-9E27-D0B3C15C37F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900" b="1" dirty="0"/>
            <a:t>Diverse formats:</a:t>
          </a:r>
          <a:r>
            <a:rPr lang="en-IN" sz="900" dirty="0"/>
            <a:t> PDF, Excel, PowerPoint, Word</a:t>
          </a:r>
        </a:p>
      </dgm:t>
    </dgm:pt>
    <dgm:pt modelId="{0B579F01-F801-D146-A7DF-397F33616EDB}" type="parTrans" cxnId="{9E61DB53-0B81-B041-8A9E-96BA0EF8D47D}">
      <dgm:prSet/>
      <dgm:spPr/>
      <dgm:t>
        <a:bodyPr/>
        <a:lstStyle/>
        <a:p>
          <a:endParaRPr lang="en-GB"/>
        </a:p>
      </dgm:t>
    </dgm:pt>
    <dgm:pt modelId="{E3F0309F-5D2C-F448-AB17-DCE6DBA3AC5B}" type="sibTrans" cxnId="{9E61DB53-0B81-B041-8A9E-96BA0EF8D47D}">
      <dgm:prSet/>
      <dgm:spPr/>
      <dgm:t>
        <a:bodyPr/>
        <a:lstStyle/>
        <a:p>
          <a:endParaRPr lang="en-GB"/>
        </a:p>
      </dgm:t>
    </dgm:pt>
    <dgm:pt modelId="{26011BBD-F449-8045-9914-6D3413C60B6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900" b="1" dirty="0"/>
            <a:t>No understanding:</a:t>
          </a:r>
          <a:r>
            <a:rPr lang="en-IN" sz="900" dirty="0"/>
            <a:t> Text is read, not understood</a:t>
          </a:r>
        </a:p>
      </dgm:t>
    </dgm:pt>
    <dgm:pt modelId="{F1323CEF-115E-D943-BB51-7ADBA07D9B77}" type="parTrans" cxnId="{3639734A-3DA0-3644-8C79-01528D2099B8}">
      <dgm:prSet/>
      <dgm:spPr/>
      <dgm:t>
        <a:bodyPr/>
        <a:lstStyle/>
        <a:p>
          <a:endParaRPr lang="en-GB"/>
        </a:p>
      </dgm:t>
    </dgm:pt>
    <dgm:pt modelId="{0E10AAC7-B900-C242-BC08-AC0CBCAAF59C}" type="sibTrans" cxnId="{3639734A-3DA0-3644-8C79-01528D2099B8}">
      <dgm:prSet/>
      <dgm:spPr/>
      <dgm:t>
        <a:bodyPr/>
        <a:lstStyle/>
        <a:p>
          <a:endParaRPr lang="en-GB"/>
        </a:p>
      </dgm:t>
    </dgm:pt>
    <dgm:pt modelId="{6BCDA575-1E52-044A-805E-FEBD593061F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900" b="1" dirty="0"/>
            <a:t>Disconnected data:</a:t>
          </a:r>
          <a:r>
            <a:rPr lang="en-IN" sz="900" dirty="0"/>
            <a:t> No entity linking or relationships</a:t>
          </a:r>
        </a:p>
      </dgm:t>
    </dgm:pt>
    <dgm:pt modelId="{D5006EDE-F5CE-4A40-8943-CB4C864CE0C6}" type="parTrans" cxnId="{62130D33-3764-EF40-9538-D118724FB636}">
      <dgm:prSet/>
      <dgm:spPr/>
      <dgm:t>
        <a:bodyPr/>
        <a:lstStyle/>
        <a:p>
          <a:endParaRPr lang="en-GB"/>
        </a:p>
      </dgm:t>
    </dgm:pt>
    <dgm:pt modelId="{8A4893D9-B4E6-ED4F-8090-4C5B15647F12}" type="sibTrans" cxnId="{62130D33-3764-EF40-9538-D118724FB636}">
      <dgm:prSet/>
      <dgm:spPr/>
      <dgm:t>
        <a:bodyPr/>
        <a:lstStyle/>
        <a:p>
          <a:endParaRPr lang="en-GB"/>
        </a:p>
      </dgm:t>
    </dgm:pt>
    <dgm:pt modelId="{27F8101D-A736-B840-82CA-B0DAAF8DA36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900" b="1" dirty="0"/>
            <a:t>Weak context retention:</a:t>
          </a:r>
          <a:r>
            <a:rPr lang="en-IN" sz="900" dirty="0"/>
            <a:t> Missing context and depth</a:t>
          </a:r>
        </a:p>
      </dgm:t>
    </dgm:pt>
    <dgm:pt modelId="{AD954758-EB97-A345-8562-A2C9DD15D34A}" type="parTrans" cxnId="{135B676C-A10A-A64D-A464-34EA8D0F1F16}">
      <dgm:prSet/>
      <dgm:spPr/>
      <dgm:t>
        <a:bodyPr/>
        <a:lstStyle/>
        <a:p>
          <a:endParaRPr lang="en-GB"/>
        </a:p>
      </dgm:t>
    </dgm:pt>
    <dgm:pt modelId="{2796D9C3-E690-744A-A74A-3FFB7816F3CF}" type="sibTrans" cxnId="{135B676C-A10A-A64D-A464-34EA8D0F1F16}">
      <dgm:prSet/>
      <dgm:spPr/>
      <dgm:t>
        <a:bodyPr/>
        <a:lstStyle/>
        <a:p>
          <a:endParaRPr lang="en-GB"/>
        </a:p>
      </dgm:t>
    </dgm:pt>
    <dgm:pt modelId="{11654B6E-B099-BC4E-971A-E727FE770A6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b="1" dirty="0"/>
            <a:t>Multi-format support:</a:t>
          </a:r>
          <a:r>
            <a:rPr lang="en-IN" sz="800" dirty="0"/>
            <a:t> PDF, Excel, PowerPoint, Word</a:t>
          </a:r>
        </a:p>
      </dgm:t>
    </dgm:pt>
    <dgm:pt modelId="{8FDDE93A-B68F-344C-8793-4B17E0DF4092}" type="parTrans" cxnId="{0EE3302A-4FD3-E846-B4DC-ACDD2F1BB8BB}">
      <dgm:prSet/>
      <dgm:spPr/>
      <dgm:t>
        <a:bodyPr/>
        <a:lstStyle/>
        <a:p>
          <a:endParaRPr lang="en-GB"/>
        </a:p>
      </dgm:t>
    </dgm:pt>
    <dgm:pt modelId="{7688CFD6-65F3-6E44-A0E1-61F063BA0EAD}" type="sibTrans" cxnId="{0EE3302A-4FD3-E846-B4DC-ACDD2F1BB8BB}">
      <dgm:prSet/>
      <dgm:spPr/>
      <dgm:t>
        <a:bodyPr/>
        <a:lstStyle/>
        <a:p>
          <a:endParaRPr lang="en-GB"/>
        </a:p>
      </dgm:t>
    </dgm:pt>
    <dgm:pt modelId="{7730C6AE-07D9-8C4B-8321-D3896DB126F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b="1" dirty="0"/>
            <a:t>Knowledge graphs:</a:t>
          </a:r>
          <a:r>
            <a:rPr lang="en-IN" sz="800" dirty="0"/>
            <a:t> Connect entities and relationships</a:t>
          </a:r>
        </a:p>
      </dgm:t>
    </dgm:pt>
    <dgm:pt modelId="{EFD0FDA3-DC75-6F4C-B069-5B57ECE29179}" type="parTrans" cxnId="{551C7779-03E6-5C4A-A93E-F168F6111330}">
      <dgm:prSet/>
      <dgm:spPr/>
      <dgm:t>
        <a:bodyPr/>
        <a:lstStyle/>
        <a:p>
          <a:endParaRPr lang="en-GB"/>
        </a:p>
      </dgm:t>
    </dgm:pt>
    <dgm:pt modelId="{E409AE0F-4710-444B-B5D8-6B03424DE2F2}" type="sibTrans" cxnId="{551C7779-03E6-5C4A-A93E-F168F6111330}">
      <dgm:prSet/>
      <dgm:spPr/>
      <dgm:t>
        <a:bodyPr/>
        <a:lstStyle/>
        <a:p>
          <a:endParaRPr lang="en-GB"/>
        </a:p>
      </dgm:t>
    </dgm:pt>
    <dgm:pt modelId="{FD860818-E231-F44C-AFD1-AAB9A5E6DE5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b="1" dirty="0"/>
            <a:t>Contextual answers:</a:t>
          </a:r>
          <a:r>
            <a:rPr lang="en-IN" sz="800" dirty="0"/>
            <a:t> Deep, relevant responses</a:t>
          </a:r>
        </a:p>
      </dgm:t>
    </dgm:pt>
    <dgm:pt modelId="{370E777F-A7B4-224F-9216-A6F223A1BBB3}" type="parTrans" cxnId="{C9BE20C3-BB4C-A742-940E-B797EA871600}">
      <dgm:prSet/>
      <dgm:spPr/>
      <dgm:t>
        <a:bodyPr/>
        <a:lstStyle/>
        <a:p>
          <a:endParaRPr lang="en-GB"/>
        </a:p>
      </dgm:t>
    </dgm:pt>
    <dgm:pt modelId="{E812F36C-A1E1-0A42-85D4-86F9A21BD4AF}" type="sibTrans" cxnId="{C9BE20C3-BB4C-A742-940E-B797EA871600}">
      <dgm:prSet/>
      <dgm:spPr/>
      <dgm:t>
        <a:bodyPr/>
        <a:lstStyle/>
        <a:p>
          <a:endParaRPr lang="en-GB"/>
        </a:p>
      </dgm:t>
    </dgm:pt>
    <dgm:pt modelId="{3184CF9E-DF46-B94A-8CCA-659D9A835BC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b="1" dirty="0"/>
            <a:t>Smart caching:</a:t>
          </a:r>
          <a:r>
            <a:rPr lang="en-IN" sz="800" dirty="0"/>
            <a:t> Fast retrieval mechanisms</a:t>
          </a:r>
        </a:p>
      </dgm:t>
    </dgm:pt>
    <dgm:pt modelId="{859E2844-FED2-3A47-BD5D-B48F910EC6F6}" type="parTrans" cxnId="{A8109B10-5C6C-D645-99BD-2EAB6782FC56}">
      <dgm:prSet/>
      <dgm:spPr/>
      <dgm:t>
        <a:bodyPr/>
        <a:lstStyle/>
        <a:p>
          <a:endParaRPr lang="en-GB"/>
        </a:p>
      </dgm:t>
    </dgm:pt>
    <dgm:pt modelId="{7364D7E0-9027-F34B-911E-7992B088428F}" type="sibTrans" cxnId="{A8109B10-5C6C-D645-99BD-2EAB6782FC56}">
      <dgm:prSet/>
      <dgm:spPr/>
      <dgm:t>
        <a:bodyPr/>
        <a:lstStyle/>
        <a:p>
          <a:endParaRPr lang="en-GB"/>
        </a:p>
      </dgm:t>
    </dgm:pt>
    <dgm:pt modelId="{A4A3465F-497F-C045-A663-C0EA5A3F84E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800" b="1" dirty="0"/>
            <a:t>Scalable architecture:</a:t>
          </a:r>
          <a:r>
            <a:rPr lang="en-IN" sz="800" dirty="0"/>
            <a:t> Handle large repositories</a:t>
          </a:r>
        </a:p>
      </dgm:t>
    </dgm:pt>
    <dgm:pt modelId="{CFBB614A-AA1A-A540-B603-B2D3BDCA1321}" type="parTrans" cxnId="{EF97C238-0F62-3B47-973B-01D5626A499D}">
      <dgm:prSet/>
      <dgm:spPr/>
      <dgm:t>
        <a:bodyPr/>
        <a:lstStyle/>
        <a:p>
          <a:endParaRPr lang="en-GB"/>
        </a:p>
      </dgm:t>
    </dgm:pt>
    <dgm:pt modelId="{E5709A54-533B-D14A-BF45-FBCB93E7A37F}" type="sibTrans" cxnId="{EF97C238-0F62-3B47-973B-01D5626A499D}">
      <dgm:prSet/>
      <dgm:spPr/>
      <dgm:t>
        <a:bodyPr/>
        <a:lstStyle/>
        <a:p>
          <a:endParaRPr lang="en-GB"/>
        </a:p>
      </dgm:t>
    </dgm:pt>
    <dgm:pt modelId="{84268C1F-CA5F-FA42-9106-42EE46D4BA9F}">
      <dgm:prSet/>
      <dgm:spPr/>
      <dgm:t>
        <a:bodyPr/>
        <a:lstStyle/>
        <a:p>
          <a:pPr>
            <a:buNone/>
          </a:pPr>
          <a:r>
            <a:rPr lang="en-IN" b="1"/>
            <a:t>Advanced caching, hybrid RAG, and optimized processing for intelligent document analysis.</a:t>
          </a:r>
          <a:endParaRPr lang="en-GB"/>
        </a:p>
      </dgm:t>
    </dgm:pt>
    <dgm:pt modelId="{43B81A6E-C178-8544-A53B-67087C4C3D14}" type="parTrans" cxnId="{03113AA8-BA72-2945-9B94-BD41FC71AFA5}">
      <dgm:prSet/>
      <dgm:spPr/>
      <dgm:t>
        <a:bodyPr/>
        <a:lstStyle/>
        <a:p>
          <a:endParaRPr lang="en-GB"/>
        </a:p>
      </dgm:t>
    </dgm:pt>
    <dgm:pt modelId="{56F19624-DF55-8447-AF25-F974D7AB7305}" type="sibTrans" cxnId="{03113AA8-BA72-2945-9B94-BD41FC71AFA5}">
      <dgm:prSet/>
      <dgm:spPr/>
      <dgm:t>
        <a:bodyPr/>
        <a:lstStyle/>
        <a:p>
          <a:endParaRPr lang="en-GB"/>
        </a:p>
      </dgm:t>
    </dgm:pt>
    <dgm:pt modelId="{46B713AD-1C64-D245-B000-31CC2D951309}">
      <dgm:prSet/>
      <dgm:spPr/>
      <dgm:t>
        <a:bodyPr/>
        <a:lstStyle/>
        <a:p>
          <a:r>
            <a:rPr lang="en-IN" b="1" dirty="0"/>
            <a:t>MD5 fingerprinting:</a:t>
          </a:r>
          <a:r>
            <a:rPr lang="en-IN" dirty="0"/>
            <a:t> Folder content hashing for cache validation</a:t>
          </a:r>
        </a:p>
      </dgm:t>
    </dgm:pt>
    <dgm:pt modelId="{164E2870-6B7C-6B4C-A572-851458A8DF39}" type="parTrans" cxnId="{CB0E199D-D6B5-AA4D-BA9C-6FBB0FDFE384}">
      <dgm:prSet/>
      <dgm:spPr/>
      <dgm:t>
        <a:bodyPr/>
        <a:lstStyle/>
        <a:p>
          <a:endParaRPr lang="en-GB"/>
        </a:p>
      </dgm:t>
    </dgm:pt>
    <dgm:pt modelId="{5DDCFB6A-7812-DD4E-9CBE-95BE20C389CC}" type="sibTrans" cxnId="{CB0E199D-D6B5-AA4D-BA9C-6FBB0FDFE384}">
      <dgm:prSet/>
      <dgm:spPr/>
      <dgm:t>
        <a:bodyPr/>
        <a:lstStyle/>
        <a:p>
          <a:endParaRPr lang="en-GB"/>
        </a:p>
      </dgm:t>
    </dgm:pt>
    <dgm:pt modelId="{C3736F43-1FF9-BE43-826A-E10D312A0185}">
      <dgm:prSet/>
      <dgm:spPr/>
      <dgm:t>
        <a:bodyPr/>
        <a:lstStyle/>
        <a:p>
          <a:r>
            <a:rPr lang="en-IN" b="1" dirty="0"/>
            <a:t>Hybrid RAG:</a:t>
          </a:r>
          <a:r>
            <a:rPr lang="en-IN" dirty="0"/>
            <a:t> FAISS vector + Neo4j graph similarity search</a:t>
          </a:r>
        </a:p>
      </dgm:t>
    </dgm:pt>
    <dgm:pt modelId="{6B4CE92D-46C4-1D4D-AE5F-C938951F1613}" type="parTrans" cxnId="{3870E6C6-6CA9-5642-A07D-1E233C91F6C4}">
      <dgm:prSet/>
      <dgm:spPr/>
      <dgm:t>
        <a:bodyPr/>
        <a:lstStyle/>
        <a:p>
          <a:endParaRPr lang="en-GB"/>
        </a:p>
      </dgm:t>
    </dgm:pt>
    <dgm:pt modelId="{78C5A322-2BF0-884C-A864-8D70827F6BAE}" type="sibTrans" cxnId="{3870E6C6-6CA9-5642-A07D-1E233C91F6C4}">
      <dgm:prSet/>
      <dgm:spPr/>
      <dgm:t>
        <a:bodyPr/>
        <a:lstStyle/>
        <a:p>
          <a:endParaRPr lang="en-GB"/>
        </a:p>
      </dgm:t>
    </dgm:pt>
    <dgm:pt modelId="{75E85C6E-71FF-CA4C-8763-082E91C5D82E}">
      <dgm:prSet/>
      <dgm:spPr/>
      <dgm:t>
        <a:bodyPr/>
        <a:lstStyle/>
        <a:p>
          <a:r>
            <a:rPr lang="en-IN" b="1" dirty="0"/>
            <a:t>Smart chunking:</a:t>
          </a:r>
          <a:r>
            <a:rPr lang="en-IN" dirty="0"/>
            <a:t> 500-token recursive splitting with overlap optimization</a:t>
          </a:r>
        </a:p>
      </dgm:t>
    </dgm:pt>
    <dgm:pt modelId="{45C3EA4D-4F70-6848-B355-F8FEAD4C5E7B}" type="parTrans" cxnId="{FC766B2E-F7ED-994E-B733-B8619ABE13DA}">
      <dgm:prSet/>
      <dgm:spPr/>
      <dgm:t>
        <a:bodyPr/>
        <a:lstStyle/>
        <a:p>
          <a:endParaRPr lang="en-GB"/>
        </a:p>
      </dgm:t>
    </dgm:pt>
    <dgm:pt modelId="{A7EBCCCF-699C-C24F-B7F4-9DB8BEDDB387}" type="sibTrans" cxnId="{FC766B2E-F7ED-994E-B733-B8619ABE13DA}">
      <dgm:prSet/>
      <dgm:spPr/>
      <dgm:t>
        <a:bodyPr/>
        <a:lstStyle/>
        <a:p>
          <a:endParaRPr lang="en-GB"/>
        </a:p>
      </dgm:t>
    </dgm:pt>
    <dgm:pt modelId="{209B74A0-DA62-054B-B9BE-A0D3FC09B542}">
      <dgm:prSet/>
      <dgm:spPr/>
      <dgm:t>
        <a:bodyPr/>
        <a:lstStyle/>
        <a:p>
          <a:r>
            <a:rPr lang="en-IN" b="1" dirty="0"/>
            <a:t>Batch processing:</a:t>
          </a:r>
          <a:r>
            <a:rPr lang="en-IN" dirty="0"/>
            <a:t> 50-chunk embedding batches with </a:t>
          </a:r>
          <a:r>
            <a:rPr lang="en-IN" dirty="0" err="1"/>
            <a:t>spaCy</a:t>
          </a:r>
          <a:r>
            <a:rPr lang="en-IN" dirty="0"/>
            <a:t> NER extraction</a:t>
          </a:r>
        </a:p>
      </dgm:t>
    </dgm:pt>
    <dgm:pt modelId="{27A87FD0-3E37-8242-9CC5-777ED0019C81}" type="parTrans" cxnId="{F088BF97-3829-EE4A-A25E-60108B9C9089}">
      <dgm:prSet/>
      <dgm:spPr/>
      <dgm:t>
        <a:bodyPr/>
        <a:lstStyle/>
        <a:p>
          <a:endParaRPr lang="en-GB"/>
        </a:p>
      </dgm:t>
    </dgm:pt>
    <dgm:pt modelId="{FF3A8406-5AE0-064A-A87C-1FBCCED3FCBC}" type="sibTrans" cxnId="{F088BF97-3829-EE4A-A25E-60108B9C9089}">
      <dgm:prSet/>
      <dgm:spPr/>
      <dgm:t>
        <a:bodyPr/>
        <a:lstStyle/>
        <a:p>
          <a:endParaRPr lang="en-GB"/>
        </a:p>
      </dgm:t>
    </dgm:pt>
    <dgm:pt modelId="{364D382B-30B4-D847-A300-6902D3F43276}">
      <dgm:prSet/>
      <dgm:spPr/>
      <dgm:t>
        <a:bodyPr/>
        <a:lstStyle/>
        <a:p>
          <a:r>
            <a:rPr lang="en-IN" b="1" dirty="0"/>
            <a:t>Real-time interface:</a:t>
          </a:r>
          <a:r>
            <a:rPr lang="en-IN" dirty="0"/>
            <a:t> </a:t>
          </a:r>
          <a:r>
            <a:rPr lang="en-IN" dirty="0" err="1"/>
            <a:t>Streamlit</a:t>
          </a:r>
          <a:r>
            <a:rPr lang="en-IN" dirty="0"/>
            <a:t> UI with Cypher queries and pickle persistence</a:t>
          </a:r>
        </a:p>
      </dgm:t>
    </dgm:pt>
    <dgm:pt modelId="{A113665F-656C-7945-B25D-B0D966E780CE}" type="parTrans" cxnId="{085AECB1-5CBE-2245-A427-DAA04FE1AFB7}">
      <dgm:prSet/>
      <dgm:spPr/>
      <dgm:t>
        <a:bodyPr/>
        <a:lstStyle/>
        <a:p>
          <a:endParaRPr lang="en-GB"/>
        </a:p>
      </dgm:t>
    </dgm:pt>
    <dgm:pt modelId="{8616A5BB-8A6B-8844-A018-2CAFF733B05B}" type="sibTrans" cxnId="{085AECB1-5CBE-2245-A427-DAA04FE1AFB7}">
      <dgm:prSet/>
      <dgm:spPr/>
      <dgm:t>
        <a:bodyPr/>
        <a:lstStyle/>
        <a:p>
          <a:endParaRPr lang="en-GB"/>
        </a:p>
      </dgm:t>
    </dgm:pt>
    <dgm:pt modelId="{6FFEA485-108F-5047-9EE7-675A5E1EDDD2}" type="pres">
      <dgm:prSet presAssocID="{E78DA557-CAB6-144D-897F-52860BD9E949}" presName="diagram" presStyleCnt="0">
        <dgm:presLayoutVars>
          <dgm:dir/>
          <dgm:animLvl val="lvl"/>
          <dgm:resizeHandles val="exact"/>
        </dgm:presLayoutVars>
      </dgm:prSet>
      <dgm:spPr/>
    </dgm:pt>
    <dgm:pt modelId="{F339457F-84C9-2D4B-AC83-574DF963352D}" type="pres">
      <dgm:prSet presAssocID="{61E99061-DF81-F046-ABD2-5E91ED49684F}" presName="compNode" presStyleCnt="0"/>
      <dgm:spPr/>
    </dgm:pt>
    <dgm:pt modelId="{A1D71A3D-E5E4-FE4B-95F6-B1D1493B8BB8}" type="pres">
      <dgm:prSet presAssocID="{61E99061-DF81-F046-ABD2-5E91ED49684F}" presName="childRect" presStyleLbl="bgAcc1" presStyleIdx="0" presStyleCnt="3" custScaleX="158524" custScaleY="99687" custLinFactNeighborX="-28516" custLinFactNeighborY="2340">
        <dgm:presLayoutVars>
          <dgm:bulletEnabled val="1"/>
        </dgm:presLayoutVars>
      </dgm:prSet>
      <dgm:spPr/>
    </dgm:pt>
    <dgm:pt modelId="{537EE02E-E72B-D347-BFA8-6CA1F107A3D4}" type="pres">
      <dgm:prSet presAssocID="{61E99061-DF81-F046-ABD2-5E91ED49684F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D01AB79-C7EF-C74D-8C77-FD6542C6B15F}" type="pres">
      <dgm:prSet presAssocID="{61E99061-DF81-F046-ABD2-5E91ED49684F}" presName="parentRect" presStyleLbl="alignNode1" presStyleIdx="0" presStyleCnt="3" custScaleX="141816" custScaleY="86112" custLinFactNeighborX="-28884" custLinFactNeighborY="15322"/>
      <dgm:spPr/>
    </dgm:pt>
    <dgm:pt modelId="{C4DCD264-A08D-C14A-8FAE-4130CDAED3DD}" type="pres">
      <dgm:prSet presAssocID="{61E99061-DF81-F046-ABD2-5E91ED49684F}" presName="adorn" presStyleLbl="fgAccFollowNode1" presStyleIdx="0" presStyleCnt="3" custScaleX="98310" custScaleY="50873" custLinFactNeighborX="-62544" custLinFactNeighborY="-16984"/>
      <dgm:spPr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 with solid fill"/>
        </a:ext>
      </dgm:extLst>
    </dgm:pt>
    <dgm:pt modelId="{9DA65587-F0B6-6B49-84FC-310385F3A9A8}" type="pres">
      <dgm:prSet presAssocID="{67062B94-E9E0-8A4F-A379-886978AE0375}" presName="sibTrans" presStyleLbl="sibTrans2D1" presStyleIdx="0" presStyleCnt="0"/>
      <dgm:spPr/>
    </dgm:pt>
    <dgm:pt modelId="{635F0C29-7D0F-3E44-A287-EDACB7703B7F}" type="pres">
      <dgm:prSet presAssocID="{04A4A73F-E3DB-8F4D-8FB8-2795575A0C30}" presName="compNode" presStyleCnt="0"/>
      <dgm:spPr/>
    </dgm:pt>
    <dgm:pt modelId="{1F1F1664-4646-2B4E-B0A5-CC720EE2E8AA}" type="pres">
      <dgm:prSet presAssocID="{04A4A73F-E3DB-8F4D-8FB8-2795575A0C30}" presName="childRect" presStyleLbl="bgAcc1" presStyleIdx="1" presStyleCnt="3" custScaleX="137497" custLinFactNeighborX="-30899" custLinFactNeighborY="1428">
        <dgm:presLayoutVars>
          <dgm:bulletEnabled val="1"/>
        </dgm:presLayoutVars>
      </dgm:prSet>
      <dgm:spPr/>
    </dgm:pt>
    <dgm:pt modelId="{480681E2-8726-D141-AF18-7783996EE2E5}" type="pres">
      <dgm:prSet presAssocID="{04A4A73F-E3DB-8F4D-8FB8-2795575A0C30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A6C70717-1280-654C-AD58-21FC2DD70243}" type="pres">
      <dgm:prSet presAssocID="{04A4A73F-E3DB-8F4D-8FB8-2795575A0C30}" presName="parentRect" presStyleLbl="alignNode1" presStyleIdx="1" presStyleCnt="3" custScaleX="126266" custScaleY="71253" custLinFactNeighborX="-33124" custLinFactNeighborY="10650"/>
      <dgm:spPr/>
    </dgm:pt>
    <dgm:pt modelId="{97B230F7-CDBE-7A47-AF9C-80C4D4C65674}" type="pres">
      <dgm:prSet presAssocID="{04A4A73F-E3DB-8F4D-8FB8-2795575A0C30}" presName="adorn" presStyleLbl="fgAccFollowNode1" presStyleIdx="1" presStyleCnt="3" custScaleX="70694" custScaleY="68501" custLinFactNeighborX="-87991" custLinFactNeighborY="-1363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 with solid fill"/>
        </a:ext>
      </dgm:extLst>
    </dgm:pt>
    <dgm:pt modelId="{72D6C2F1-EB90-A248-989B-AB31D718EC11}" type="pres">
      <dgm:prSet presAssocID="{C5891987-3E8C-5F40-9162-21B3049F5DF7}" presName="sibTrans" presStyleLbl="sibTrans2D1" presStyleIdx="0" presStyleCnt="0"/>
      <dgm:spPr/>
    </dgm:pt>
    <dgm:pt modelId="{5353002E-5661-0348-B9F1-706477FBC371}" type="pres">
      <dgm:prSet presAssocID="{9C85F959-F9E5-9A40-A646-9851428E9DC1}" presName="compNode" presStyleCnt="0"/>
      <dgm:spPr/>
    </dgm:pt>
    <dgm:pt modelId="{D841A092-05DC-2B44-8C56-D482762913CC}" type="pres">
      <dgm:prSet presAssocID="{9C85F959-F9E5-9A40-A646-9851428E9DC1}" presName="childRect" presStyleLbl="bgAcc1" presStyleIdx="2" presStyleCnt="3" custScaleX="165323" custScaleY="91748" custLinFactNeighborX="-32007" custLinFactNeighborY="1390">
        <dgm:presLayoutVars>
          <dgm:bulletEnabled val="1"/>
        </dgm:presLayoutVars>
      </dgm:prSet>
      <dgm:spPr/>
    </dgm:pt>
    <dgm:pt modelId="{E7472824-42F3-4F4F-845C-4CFB35545F65}" type="pres">
      <dgm:prSet presAssocID="{9C85F959-F9E5-9A40-A646-9851428E9DC1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58EC10C1-718B-5B47-A95D-7545869CDD73}" type="pres">
      <dgm:prSet presAssocID="{9C85F959-F9E5-9A40-A646-9851428E9DC1}" presName="parentRect" presStyleLbl="alignNode1" presStyleIdx="2" presStyleCnt="3" custScaleX="143376" custScaleY="79437" custLinFactNeighborX="-37673" custLinFactNeighborY="14265"/>
      <dgm:spPr/>
    </dgm:pt>
    <dgm:pt modelId="{84376F7B-5682-D74B-BF73-A3478512B942}" type="pres">
      <dgm:prSet presAssocID="{9C85F959-F9E5-9A40-A646-9851428E9DC1}" presName="adorn" presStyleLbl="fgAccFollowNode1" presStyleIdx="2" presStyleCnt="3" custScaleX="99670" custScaleY="77989" custLinFactX="-22625" custLinFactNeighborX="-100000" custLinFactNeighborY="1160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 with solid fill"/>
        </a:ext>
      </dgm:extLst>
    </dgm:pt>
  </dgm:ptLst>
  <dgm:cxnLst>
    <dgm:cxn modelId="{22C3980B-5BE6-5F4E-91C0-ED5BEBED189A}" type="presOf" srcId="{3184CF9E-DF46-B94A-8CCA-659D9A835BC5}" destId="{1F1F1664-4646-2B4E-B0A5-CC720EE2E8AA}" srcOrd="0" destOrd="4" presId="urn:microsoft.com/office/officeart/2005/8/layout/bList2"/>
    <dgm:cxn modelId="{A8109B10-5C6C-D645-99BD-2EAB6782FC56}" srcId="{04A4A73F-E3DB-8F4D-8FB8-2795575A0C30}" destId="{3184CF9E-DF46-B94A-8CCA-659D9A835BC5}" srcOrd="4" destOrd="0" parTransId="{859E2844-FED2-3A47-BD5D-B48F910EC6F6}" sibTransId="{7364D7E0-9027-F34B-911E-7992B088428F}"/>
    <dgm:cxn modelId="{02B73B16-E0D1-DA41-A521-39E42DFE6D8E}" srcId="{E78DA557-CAB6-144D-897F-52860BD9E949}" destId="{9C85F959-F9E5-9A40-A646-9851428E9DC1}" srcOrd="2" destOrd="0" parTransId="{24353BD3-82D3-0740-9CF3-C3E683C24C45}" sibTransId="{5EF02AD2-250B-9847-B892-566AEAB9A90B}"/>
    <dgm:cxn modelId="{E0E7BB18-369D-D54D-AE4C-4195A14DD584}" type="presOf" srcId="{46B713AD-1C64-D245-B000-31CC2D951309}" destId="{D841A092-05DC-2B44-8C56-D482762913CC}" srcOrd="0" destOrd="1" presId="urn:microsoft.com/office/officeart/2005/8/layout/bList2"/>
    <dgm:cxn modelId="{4C83D620-8E87-FF42-92FC-145139EC8D96}" type="presOf" srcId="{C3736F43-1FF9-BE43-826A-E10D312A0185}" destId="{D841A092-05DC-2B44-8C56-D482762913CC}" srcOrd="0" destOrd="2" presId="urn:microsoft.com/office/officeart/2005/8/layout/bList2"/>
    <dgm:cxn modelId="{0EE3302A-4FD3-E846-B4DC-ACDD2F1BB8BB}" srcId="{04A4A73F-E3DB-8F4D-8FB8-2795575A0C30}" destId="{11654B6E-B099-BC4E-971A-E727FE770A66}" srcOrd="1" destOrd="0" parTransId="{8FDDE93A-B68F-344C-8793-4B17E0DF4092}" sibTransId="{7688CFD6-65F3-6E44-A0E1-61F063BA0EAD}"/>
    <dgm:cxn modelId="{FC766B2E-F7ED-994E-B733-B8619ABE13DA}" srcId="{9C85F959-F9E5-9A40-A646-9851428E9DC1}" destId="{75E85C6E-71FF-CA4C-8763-082E91C5D82E}" srcOrd="3" destOrd="0" parTransId="{45C3EA4D-4F70-6848-B355-F8FEAD4C5E7B}" sibTransId="{A7EBCCCF-699C-C24F-B7F4-9DB8BEDDB387}"/>
    <dgm:cxn modelId="{62130D33-3764-EF40-9538-D118724FB636}" srcId="{61E99061-DF81-F046-ABD2-5E91ED49684F}" destId="{6BCDA575-1E52-044A-805E-FEBD593061FD}" srcOrd="3" destOrd="0" parTransId="{D5006EDE-F5CE-4A40-8943-CB4C864CE0C6}" sibTransId="{8A4893D9-B4E6-ED4F-8090-4C5B15647F12}"/>
    <dgm:cxn modelId="{EF97C238-0F62-3B47-973B-01D5626A499D}" srcId="{04A4A73F-E3DB-8F4D-8FB8-2795575A0C30}" destId="{A4A3465F-497F-C045-A663-C0EA5A3F84E6}" srcOrd="5" destOrd="0" parTransId="{CFBB614A-AA1A-A540-B603-B2D3BDCA1321}" sibTransId="{E5709A54-533B-D14A-BF45-FBCB93E7A37F}"/>
    <dgm:cxn modelId="{4BB7DC38-45CA-454C-B5FA-5945BC4DBC4B}" type="presOf" srcId="{C5891987-3E8C-5F40-9162-21B3049F5DF7}" destId="{72D6C2F1-EB90-A248-989B-AB31D718EC11}" srcOrd="0" destOrd="0" presId="urn:microsoft.com/office/officeart/2005/8/layout/bList2"/>
    <dgm:cxn modelId="{FE7D023C-5720-4F47-A5D6-ECB91F6EFD6D}" type="presOf" srcId="{61E99061-DF81-F046-ABD2-5E91ED49684F}" destId="{537EE02E-E72B-D347-BFA8-6CA1F107A3D4}" srcOrd="0" destOrd="0" presId="urn:microsoft.com/office/officeart/2005/8/layout/bList2"/>
    <dgm:cxn modelId="{633D6B3F-64E0-AD4F-A8D3-F1A96D8DCC63}" type="presOf" srcId="{A658413D-714E-414C-8545-37F96B5AB778}" destId="{1F1F1664-4646-2B4E-B0A5-CC720EE2E8AA}" srcOrd="0" destOrd="0" presId="urn:microsoft.com/office/officeart/2005/8/layout/bList2"/>
    <dgm:cxn modelId="{0A624347-7991-8744-9E29-17BBF4BE102F}" type="presOf" srcId="{9C85F959-F9E5-9A40-A646-9851428E9DC1}" destId="{E7472824-42F3-4F4F-845C-4CFB35545F65}" srcOrd="0" destOrd="0" presId="urn:microsoft.com/office/officeart/2005/8/layout/bList2"/>
    <dgm:cxn modelId="{3639734A-3DA0-3644-8C79-01528D2099B8}" srcId="{61E99061-DF81-F046-ABD2-5E91ED49684F}" destId="{26011BBD-F449-8045-9914-6D3413C60B61}" srcOrd="2" destOrd="0" parTransId="{F1323CEF-115E-D943-BB51-7ADBA07D9B77}" sibTransId="{0E10AAC7-B900-C242-BC08-AC0CBCAAF59C}"/>
    <dgm:cxn modelId="{B77ECE4D-B631-2C49-A0D9-9874E0367653}" type="presOf" srcId="{61E99061-DF81-F046-ABD2-5E91ED49684F}" destId="{4D01AB79-C7EF-C74D-8C77-FD6542C6B15F}" srcOrd="1" destOrd="0" presId="urn:microsoft.com/office/officeart/2005/8/layout/bList2"/>
    <dgm:cxn modelId="{9E61DB53-0B81-B041-8A9E-96BA0EF8D47D}" srcId="{61E99061-DF81-F046-ABD2-5E91ED49684F}" destId="{F78B3909-DA7E-A84E-9E27-D0B3C15C37FA}" srcOrd="1" destOrd="0" parTransId="{0B579F01-F801-D146-A7DF-397F33616EDB}" sibTransId="{E3F0309F-5D2C-F448-AB17-DCE6DBA3AC5B}"/>
    <dgm:cxn modelId="{CDAED059-45AB-C546-884C-E209E9F3C636}" type="presOf" srcId="{04A4A73F-E3DB-8F4D-8FB8-2795575A0C30}" destId="{A6C70717-1280-654C-AD58-21FC2DD70243}" srcOrd="1" destOrd="0" presId="urn:microsoft.com/office/officeart/2005/8/layout/bList2"/>
    <dgm:cxn modelId="{3489E760-9F55-1740-ACB7-B6C5C816D3C7}" type="presOf" srcId="{E78DA557-CAB6-144D-897F-52860BD9E949}" destId="{6FFEA485-108F-5047-9EE7-675A5E1EDDD2}" srcOrd="0" destOrd="0" presId="urn:microsoft.com/office/officeart/2005/8/layout/bList2"/>
    <dgm:cxn modelId="{D9F33961-6DD6-A243-BED3-FA2799C6D1AD}" type="presOf" srcId="{7730C6AE-07D9-8C4B-8321-D3896DB126F5}" destId="{1F1F1664-4646-2B4E-B0A5-CC720EE2E8AA}" srcOrd="0" destOrd="2" presId="urn:microsoft.com/office/officeart/2005/8/layout/bList2"/>
    <dgm:cxn modelId="{D8190B62-795A-3C42-B474-F321DF41B584}" type="presOf" srcId="{11654B6E-B099-BC4E-971A-E727FE770A66}" destId="{1F1F1664-4646-2B4E-B0A5-CC720EE2E8AA}" srcOrd="0" destOrd="1" presId="urn:microsoft.com/office/officeart/2005/8/layout/bList2"/>
    <dgm:cxn modelId="{135B676C-A10A-A64D-A464-34EA8D0F1F16}" srcId="{61E99061-DF81-F046-ABD2-5E91ED49684F}" destId="{27F8101D-A736-B840-82CA-B0DAAF8DA36A}" srcOrd="4" destOrd="0" parTransId="{AD954758-EB97-A345-8562-A2C9DD15D34A}" sibTransId="{2796D9C3-E690-744A-A74A-3FFB7816F3CF}"/>
    <dgm:cxn modelId="{7FB8246D-6839-3E47-8AE5-4490463D6ABE}" type="presOf" srcId="{209B74A0-DA62-054B-B9BE-A0D3FC09B542}" destId="{D841A092-05DC-2B44-8C56-D482762913CC}" srcOrd="0" destOrd="4" presId="urn:microsoft.com/office/officeart/2005/8/layout/bList2"/>
    <dgm:cxn modelId="{4EE9A06E-DF88-3241-8782-CD0009EDB34E}" type="presOf" srcId="{364D382B-30B4-D847-A300-6902D3F43276}" destId="{D841A092-05DC-2B44-8C56-D482762913CC}" srcOrd="0" destOrd="5" presId="urn:microsoft.com/office/officeart/2005/8/layout/bList2"/>
    <dgm:cxn modelId="{ECF6E775-6DA6-8C4D-AFE4-91C9E12761B2}" type="presOf" srcId="{F78B3909-DA7E-A84E-9E27-D0B3C15C37FA}" destId="{A1D71A3D-E5E4-FE4B-95F6-B1D1493B8BB8}" srcOrd="0" destOrd="1" presId="urn:microsoft.com/office/officeart/2005/8/layout/bList2"/>
    <dgm:cxn modelId="{B9568B76-92AF-5448-B26C-4086E235F483}" srcId="{E78DA557-CAB6-144D-897F-52860BD9E949}" destId="{04A4A73F-E3DB-8F4D-8FB8-2795575A0C30}" srcOrd="1" destOrd="0" parTransId="{DD86C402-4885-314B-ADAC-399AC267F52F}" sibTransId="{C5891987-3E8C-5F40-9162-21B3049F5DF7}"/>
    <dgm:cxn modelId="{D41CA678-362E-844F-9A86-47F38658B2A5}" type="presOf" srcId="{27F8101D-A736-B840-82CA-B0DAAF8DA36A}" destId="{A1D71A3D-E5E4-FE4B-95F6-B1D1493B8BB8}" srcOrd="0" destOrd="4" presId="urn:microsoft.com/office/officeart/2005/8/layout/bList2"/>
    <dgm:cxn modelId="{551C7779-03E6-5C4A-A93E-F168F6111330}" srcId="{04A4A73F-E3DB-8F4D-8FB8-2795575A0C30}" destId="{7730C6AE-07D9-8C4B-8321-D3896DB126F5}" srcOrd="2" destOrd="0" parTransId="{EFD0FDA3-DC75-6F4C-B069-5B57ECE29179}" sibTransId="{E409AE0F-4710-444B-B5D8-6B03424DE2F2}"/>
    <dgm:cxn modelId="{56D64D85-0F7B-504E-BB4A-0E29C2189A7D}" srcId="{E78DA557-CAB6-144D-897F-52860BD9E949}" destId="{61E99061-DF81-F046-ABD2-5E91ED49684F}" srcOrd="0" destOrd="0" parTransId="{FD9B86D5-8BE3-4C4B-BC5C-BEBC29A96DC5}" sibTransId="{67062B94-E9E0-8A4F-A379-886978AE0375}"/>
    <dgm:cxn modelId="{E997348C-BB31-D540-8FEA-75ED3CE3F881}" type="presOf" srcId="{67062B94-E9E0-8A4F-A379-886978AE0375}" destId="{9DA65587-F0B6-6B49-84FC-310385F3A9A8}" srcOrd="0" destOrd="0" presId="urn:microsoft.com/office/officeart/2005/8/layout/bList2"/>
    <dgm:cxn modelId="{F088BF97-3829-EE4A-A25E-60108B9C9089}" srcId="{9C85F959-F9E5-9A40-A646-9851428E9DC1}" destId="{209B74A0-DA62-054B-B9BE-A0D3FC09B542}" srcOrd="4" destOrd="0" parTransId="{27A87FD0-3E37-8242-9CC5-777ED0019C81}" sibTransId="{FF3A8406-5AE0-064A-A87C-1FBCCED3FCBC}"/>
    <dgm:cxn modelId="{CA56259B-5D15-EF4F-9304-FF99C027901B}" type="presOf" srcId="{9C85F959-F9E5-9A40-A646-9851428E9DC1}" destId="{58EC10C1-718B-5B47-A95D-7545869CDD73}" srcOrd="1" destOrd="0" presId="urn:microsoft.com/office/officeart/2005/8/layout/bList2"/>
    <dgm:cxn modelId="{0ACA999B-2D3D-1C4D-A402-F144C4D7B230}" type="presOf" srcId="{75E85C6E-71FF-CA4C-8763-082E91C5D82E}" destId="{D841A092-05DC-2B44-8C56-D482762913CC}" srcOrd="0" destOrd="3" presId="urn:microsoft.com/office/officeart/2005/8/layout/bList2"/>
    <dgm:cxn modelId="{CB0E199D-D6B5-AA4D-BA9C-6FBB0FDFE384}" srcId="{9C85F959-F9E5-9A40-A646-9851428E9DC1}" destId="{46B713AD-1C64-D245-B000-31CC2D951309}" srcOrd="1" destOrd="0" parTransId="{164E2870-6B7C-6B4C-A572-851458A8DF39}" sibTransId="{5DDCFB6A-7812-DD4E-9CBE-95BE20C389CC}"/>
    <dgm:cxn modelId="{03113AA8-BA72-2945-9B94-BD41FC71AFA5}" srcId="{9C85F959-F9E5-9A40-A646-9851428E9DC1}" destId="{84268C1F-CA5F-FA42-9106-42EE46D4BA9F}" srcOrd="0" destOrd="0" parTransId="{43B81A6E-C178-8544-A53B-67087C4C3D14}" sibTransId="{56F19624-DF55-8447-AF25-F974D7AB7305}"/>
    <dgm:cxn modelId="{085AECB1-5CBE-2245-A427-DAA04FE1AFB7}" srcId="{9C85F959-F9E5-9A40-A646-9851428E9DC1}" destId="{364D382B-30B4-D847-A300-6902D3F43276}" srcOrd="5" destOrd="0" parTransId="{A113665F-656C-7945-B25D-B0D966E780CE}" sibTransId="{8616A5BB-8A6B-8844-A018-2CAFF733B05B}"/>
    <dgm:cxn modelId="{A8641FBC-D52B-A84A-A771-1CFB392936C5}" type="presOf" srcId="{6BCDA575-1E52-044A-805E-FEBD593061FD}" destId="{A1D71A3D-E5E4-FE4B-95F6-B1D1493B8BB8}" srcOrd="0" destOrd="3" presId="urn:microsoft.com/office/officeart/2005/8/layout/bList2"/>
    <dgm:cxn modelId="{7147A5C0-C57E-E041-8F31-944A4B4243BE}" type="presOf" srcId="{84268C1F-CA5F-FA42-9106-42EE46D4BA9F}" destId="{D841A092-05DC-2B44-8C56-D482762913CC}" srcOrd="0" destOrd="0" presId="urn:microsoft.com/office/officeart/2005/8/layout/bList2"/>
    <dgm:cxn modelId="{A44C41C1-4A0F-1E43-BED7-1F4DCE8608B7}" type="presOf" srcId="{A4A3465F-497F-C045-A663-C0EA5A3F84E6}" destId="{1F1F1664-4646-2B4E-B0A5-CC720EE2E8AA}" srcOrd="0" destOrd="5" presId="urn:microsoft.com/office/officeart/2005/8/layout/bList2"/>
    <dgm:cxn modelId="{C9BE20C3-BB4C-A742-940E-B797EA871600}" srcId="{04A4A73F-E3DB-8F4D-8FB8-2795575A0C30}" destId="{FD860818-E231-F44C-AFD1-AAB9A5E6DE5E}" srcOrd="3" destOrd="0" parTransId="{370E777F-A7B4-224F-9216-A6F223A1BBB3}" sibTransId="{E812F36C-A1E1-0A42-85D4-86F9A21BD4AF}"/>
    <dgm:cxn modelId="{3870E6C6-6CA9-5642-A07D-1E233C91F6C4}" srcId="{9C85F959-F9E5-9A40-A646-9851428E9DC1}" destId="{C3736F43-1FF9-BE43-826A-E10D312A0185}" srcOrd="2" destOrd="0" parTransId="{6B4CE92D-46C4-1D4D-AE5F-C938951F1613}" sibTransId="{78C5A322-2BF0-884C-A864-8D70827F6BAE}"/>
    <dgm:cxn modelId="{78A2AECF-062C-C447-9C91-6BC7FE41F4BA}" type="presOf" srcId="{11A65743-AACB-4F40-8EDE-B2AE2B98A966}" destId="{A1D71A3D-E5E4-FE4B-95F6-B1D1493B8BB8}" srcOrd="0" destOrd="0" presId="urn:microsoft.com/office/officeart/2005/8/layout/bList2"/>
    <dgm:cxn modelId="{4A0377DC-09FD-0D46-8687-99F00D0BFA7B}" srcId="{61E99061-DF81-F046-ABD2-5E91ED49684F}" destId="{11A65743-AACB-4F40-8EDE-B2AE2B98A966}" srcOrd="0" destOrd="0" parTransId="{C3C67CFF-C64E-5646-BC7B-D35BFC713F55}" sibTransId="{E4D2ED35-9071-C54E-9374-C9410486B41D}"/>
    <dgm:cxn modelId="{ED87DBE8-EFD0-4941-9370-6FDFA76892BA}" srcId="{04A4A73F-E3DB-8F4D-8FB8-2795575A0C30}" destId="{A658413D-714E-414C-8545-37F96B5AB778}" srcOrd="0" destOrd="0" parTransId="{296AFAFA-EA9F-474C-A55C-19A860133E1E}" sibTransId="{FB078FD0-01FB-B64D-9BFC-922F1D25AA2B}"/>
    <dgm:cxn modelId="{7174F7EA-7148-4641-A943-8B329C71270B}" type="presOf" srcId="{26011BBD-F449-8045-9914-6D3413C60B61}" destId="{A1D71A3D-E5E4-FE4B-95F6-B1D1493B8BB8}" srcOrd="0" destOrd="2" presId="urn:microsoft.com/office/officeart/2005/8/layout/bList2"/>
    <dgm:cxn modelId="{582E98F1-E39D-BD41-A7AB-248F38DBCB64}" type="presOf" srcId="{04A4A73F-E3DB-8F4D-8FB8-2795575A0C30}" destId="{480681E2-8726-D141-AF18-7783996EE2E5}" srcOrd="0" destOrd="0" presId="urn:microsoft.com/office/officeart/2005/8/layout/bList2"/>
    <dgm:cxn modelId="{04D1E8FA-8BFA-A44A-ABF4-6C3656C0BD47}" type="presOf" srcId="{FD860818-E231-F44C-AFD1-AAB9A5E6DE5E}" destId="{1F1F1664-4646-2B4E-B0A5-CC720EE2E8AA}" srcOrd="0" destOrd="3" presId="urn:microsoft.com/office/officeart/2005/8/layout/bList2"/>
    <dgm:cxn modelId="{8E5589D7-38FC-8340-A516-6FC9ADD9DF9F}" type="presParOf" srcId="{6FFEA485-108F-5047-9EE7-675A5E1EDDD2}" destId="{F339457F-84C9-2D4B-AC83-574DF963352D}" srcOrd="0" destOrd="0" presId="urn:microsoft.com/office/officeart/2005/8/layout/bList2"/>
    <dgm:cxn modelId="{BB380353-4AAD-604E-9627-B31C1B0A8C55}" type="presParOf" srcId="{F339457F-84C9-2D4B-AC83-574DF963352D}" destId="{A1D71A3D-E5E4-FE4B-95F6-B1D1493B8BB8}" srcOrd="0" destOrd="0" presId="urn:microsoft.com/office/officeart/2005/8/layout/bList2"/>
    <dgm:cxn modelId="{ED3A8357-A0A1-BB43-AD1F-A893D1B1FA9E}" type="presParOf" srcId="{F339457F-84C9-2D4B-AC83-574DF963352D}" destId="{537EE02E-E72B-D347-BFA8-6CA1F107A3D4}" srcOrd="1" destOrd="0" presId="urn:microsoft.com/office/officeart/2005/8/layout/bList2"/>
    <dgm:cxn modelId="{632C7AF9-0AA4-4B42-9070-BED695F49CBF}" type="presParOf" srcId="{F339457F-84C9-2D4B-AC83-574DF963352D}" destId="{4D01AB79-C7EF-C74D-8C77-FD6542C6B15F}" srcOrd="2" destOrd="0" presId="urn:microsoft.com/office/officeart/2005/8/layout/bList2"/>
    <dgm:cxn modelId="{C79ED284-2FD0-7B44-AEC4-D50288AF9CAF}" type="presParOf" srcId="{F339457F-84C9-2D4B-AC83-574DF963352D}" destId="{C4DCD264-A08D-C14A-8FAE-4130CDAED3DD}" srcOrd="3" destOrd="0" presId="urn:microsoft.com/office/officeart/2005/8/layout/bList2"/>
    <dgm:cxn modelId="{F98D7726-0700-C742-81C2-7BCEE1A29B9D}" type="presParOf" srcId="{6FFEA485-108F-5047-9EE7-675A5E1EDDD2}" destId="{9DA65587-F0B6-6B49-84FC-310385F3A9A8}" srcOrd="1" destOrd="0" presId="urn:microsoft.com/office/officeart/2005/8/layout/bList2"/>
    <dgm:cxn modelId="{CCB905E8-2918-C142-83A0-BFD9CCF54E0A}" type="presParOf" srcId="{6FFEA485-108F-5047-9EE7-675A5E1EDDD2}" destId="{635F0C29-7D0F-3E44-A287-EDACB7703B7F}" srcOrd="2" destOrd="0" presId="urn:microsoft.com/office/officeart/2005/8/layout/bList2"/>
    <dgm:cxn modelId="{027DC624-D4D4-1845-AE4A-A4DE175428F7}" type="presParOf" srcId="{635F0C29-7D0F-3E44-A287-EDACB7703B7F}" destId="{1F1F1664-4646-2B4E-B0A5-CC720EE2E8AA}" srcOrd="0" destOrd="0" presId="urn:microsoft.com/office/officeart/2005/8/layout/bList2"/>
    <dgm:cxn modelId="{0A711AC2-D4EB-D543-97AA-1190B9B5620F}" type="presParOf" srcId="{635F0C29-7D0F-3E44-A287-EDACB7703B7F}" destId="{480681E2-8726-D141-AF18-7783996EE2E5}" srcOrd="1" destOrd="0" presId="urn:microsoft.com/office/officeart/2005/8/layout/bList2"/>
    <dgm:cxn modelId="{3F933433-17EE-A745-832B-D6AB064AF4AF}" type="presParOf" srcId="{635F0C29-7D0F-3E44-A287-EDACB7703B7F}" destId="{A6C70717-1280-654C-AD58-21FC2DD70243}" srcOrd="2" destOrd="0" presId="urn:microsoft.com/office/officeart/2005/8/layout/bList2"/>
    <dgm:cxn modelId="{517F4767-FE31-3040-AB0F-223F37D9A617}" type="presParOf" srcId="{635F0C29-7D0F-3E44-A287-EDACB7703B7F}" destId="{97B230F7-CDBE-7A47-AF9C-80C4D4C65674}" srcOrd="3" destOrd="0" presId="urn:microsoft.com/office/officeart/2005/8/layout/bList2"/>
    <dgm:cxn modelId="{80C15D5F-22C4-344E-831D-B0A04C402932}" type="presParOf" srcId="{6FFEA485-108F-5047-9EE7-675A5E1EDDD2}" destId="{72D6C2F1-EB90-A248-989B-AB31D718EC11}" srcOrd="3" destOrd="0" presId="urn:microsoft.com/office/officeart/2005/8/layout/bList2"/>
    <dgm:cxn modelId="{4F6908D8-6A18-404F-9224-ED854BC1C15E}" type="presParOf" srcId="{6FFEA485-108F-5047-9EE7-675A5E1EDDD2}" destId="{5353002E-5661-0348-B9F1-706477FBC371}" srcOrd="4" destOrd="0" presId="urn:microsoft.com/office/officeart/2005/8/layout/bList2"/>
    <dgm:cxn modelId="{5DE152E8-5EDB-644B-8390-AE6CA67C3507}" type="presParOf" srcId="{5353002E-5661-0348-B9F1-706477FBC371}" destId="{D841A092-05DC-2B44-8C56-D482762913CC}" srcOrd="0" destOrd="0" presId="urn:microsoft.com/office/officeart/2005/8/layout/bList2"/>
    <dgm:cxn modelId="{3DF28380-E12D-7345-84BC-A95A9971871D}" type="presParOf" srcId="{5353002E-5661-0348-B9F1-706477FBC371}" destId="{E7472824-42F3-4F4F-845C-4CFB35545F65}" srcOrd="1" destOrd="0" presId="urn:microsoft.com/office/officeart/2005/8/layout/bList2"/>
    <dgm:cxn modelId="{4322F6C1-85D8-4B4A-AC89-B3758A630770}" type="presParOf" srcId="{5353002E-5661-0348-B9F1-706477FBC371}" destId="{58EC10C1-718B-5B47-A95D-7545869CDD73}" srcOrd="2" destOrd="0" presId="urn:microsoft.com/office/officeart/2005/8/layout/bList2"/>
    <dgm:cxn modelId="{9F581C1C-12F6-6940-B50E-0B65CA80460C}" type="presParOf" srcId="{5353002E-5661-0348-B9F1-706477FBC371}" destId="{84376F7B-5682-D74B-BF73-A3478512B942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A3EF14D-EF97-4B14-A16E-75C3E39F975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28E0DC0-F7BD-4926-A41B-A7A11A59BF11}">
      <dgm:prSet custT="1"/>
      <dgm:spPr/>
      <dgm:t>
        <a:bodyPr/>
        <a:lstStyle/>
        <a:p>
          <a:r>
            <a:rPr lang="en-US" sz="1200" b="1" dirty="0"/>
            <a:t>Step1 </a:t>
          </a:r>
        </a:p>
        <a:p>
          <a:r>
            <a:rPr lang="en-IN" sz="1200" b="1" i="0" dirty="0"/>
            <a:t>Document Extraction </a:t>
          </a:r>
          <a:r>
            <a:rPr lang="en-IN" sz="1200" b="0" i="0" dirty="0" err="1"/>
            <a:t>PyMuPDF</a:t>
          </a:r>
          <a:r>
            <a:rPr lang="en-IN" sz="1200" b="0" i="0" dirty="0"/>
            <a:t>, python-pptx, </a:t>
          </a:r>
          <a:r>
            <a:rPr lang="en-IN" sz="1200" b="0" i="0" dirty="0" err="1"/>
            <a:t>openpyxl</a:t>
          </a:r>
          <a:r>
            <a:rPr lang="en-IN" sz="1200" b="0" i="0" dirty="0"/>
            <a:t>, mammoth processors</a:t>
          </a:r>
          <a:endParaRPr lang="en-US" sz="1200" b="1" dirty="0"/>
        </a:p>
      </dgm:t>
    </dgm:pt>
    <dgm:pt modelId="{C4786635-7A69-4DDF-A236-0592EBE90664}" type="parTrans" cxnId="{7705EF41-ECCC-4A46-9B16-F400EADC9742}">
      <dgm:prSet/>
      <dgm:spPr/>
      <dgm:t>
        <a:bodyPr/>
        <a:lstStyle/>
        <a:p>
          <a:endParaRPr lang="en-US"/>
        </a:p>
      </dgm:t>
    </dgm:pt>
    <dgm:pt modelId="{CDD4C691-8D3F-4E1B-82C2-CA72A7D002FC}" type="sibTrans" cxnId="{7705EF41-ECCC-4A46-9B16-F400EADC9742}">
      <dgm:prSet phldrT="01"/>
      <dgm:spPr/>
      <dgm:t>
        <a:bodyPr/>
        <a:lstStyle/>
        <a:p>
          <a:endParaRPr lang="en-US" dirty="0"/>
        </a:p>
      </dgm:t>
    </dgm:pt>
    <dgm:pt modelId="{61DF49AC-CCA2-461E-AAEA-54A6E7A99A72}">
      <dgm:prSet custT="1"/>
      <dgm:spPr/>
      <dgm:t>
        <a:bodyPr/>
        <a:lstStyle/>
        <a:p>
          <a:r>
            <a:rPr lang="en-IN" sz="1200" b="1" i="0" dirty="0"/>
            <a:t>Step 2 </a:t>
          </a:r>
        </a:p>
        <a:p>
          <a:r>
            <a:rPr lang="en-IN" sz="1200" b="1" i="0" dirty="0"/>
            <a:t>Cache Fingerprinting:</a:t>
          </a:r>
          <a:r>
            <a:rPr lang="en-IN" sz="1200" b="0" i="0" dirty="0"/>
            <a:t>MD5 folder hash Validation &amp; pickle storage</a:t>
          </a:r>
          <a:endParaRPr lang="en-US" sz="1200" dirty="0"/>
        </a:p>
      </dgm:t>
    </dgm:pt>
    <dgm:pt modelId="{DC93D47E-B6F1-42AF-AFAE-4E322AC3EB9E}" type="parTrans" cxnId="{C8FA3362-DC3C-4DCA-9886-2D793ED2A425}">
      <dgm:prSet/>
      <dgm:spPr/>
      <dgm:t>
        <a:bodyPr/>
        <a:lstStyle/>
        <a:p>
          <a:endParaRPr lang="en-US"/>
        </a:p>
      </dgm:t>
    </dgm:pt>
    <dgm:pt modelId="{E58EF6F5-BA59-47DB-AE75-BD506673295A}" type="sibTrans" cxnId="{C8FA3362-DC3C-4DCA-9886-2D793ED2A425}">
      <dgm:prSet phldrT="02"/>
      <dgm:spPr/>
      <dgm:t>
        <a:bodyPr/>
        <a:lstStyle/>
        <a:p>
          <a:endParaRPr lang="en-US" dirty="0"/>
        </a:p>
      </dgm:t>
    </dgm:pt>
    <dgm:pt modelId="{4CCF4C55-68E1-4A79-8E5B-BE07BDB3B96E}">
      <dgm:prSet custT="1"/>
      <dgm:spPr/>
      <dgm:t>
        <a:bodyPr/>
        <a:lstStyle/>
        <a:p>
          <a:r>
            <a:rPr lang="en-IN" sz="1200" b="1" i="0" dirty="0"/>
            <a:t>Step 3</a:t>
          </a:r>
        </a:p>
        <a:p>
          <a:r>
            <a:rPr lang="en-IN" sz="1200" b="1" i="0" dirty="0"/>
            <a:t>Vector + Graph </a:t>
          </a:r>
          <a:r>
            <a:rPr lang="en-IN" sz="1200" b="1" i="0" dirty="0" err="1"/>
            <a:t>Storage:</a:t>
          </a:r>
          <a:r>
            <a:rPr lang="en-IN" sz="1200" b="0" i="0" dirty="0" err="1"/>
            <a:t>FAISS</a:t>
          </a:r>
          <a:r>
            <a:rPr lang="en-IN" sz="1200" b="0" i="0" dirty="0"/>
            <a:t> embeddings + Neo4j entity relationships</a:t>
          </a:r>
          <a:endParaRPr lang="en-US" sz="1200" dirty="0"/>
        </a:p>
      </dgm:t>
    </dgm:pt>
    <dgm:pt modelId="{CA8770A3-E0FC-44B3-8498-8914B6772466}" type="parTrans" cxnId="{003F5756-973B-4CC7-B08C-7658E82E6182}">
      <dgm:prSet/>
      <dgm:spPr/>
      <dgm:t>
        <a:bodyPr/>
        <a:lstStyle/>
        <a:p>
          <a:endParaRPr lang="en-US"/>
        </a:p>
      </dgm:t>
    </dgm:pt>
    <dgm:pt modelId="{9D7E26E6-2B95-4B8F-947B-AB392D2B2406}" type="sibTrans" cxnId="{003F5756-973B-4CC7-B08C-7658E82E6182}">
      <dgm:prSet phldrT="03"/>
      <dgm:spPr/>
      <dgm:t>
        <a:bodyPr/>
        <a:lstStyle/>
        <a:p>
          <a:endParaRPr lang="en-US" dirty="0"/>
        </a:p>
      </dgm:t>
    </dgm:pt>
    <dgm:pt modelId="{79243EA4-4187-4C1C-8C9C-A7717709C7EB}">
      <dgm:prSet custT="1"/>
      <dgm:spPr/>
      <dgm:t>
        <a:bodyPr/>
        <a:lstStyle/>
        <a:p>
          <a:r>
            <a:rPr lang="en-IN" sz="1200" b="1" i="0" dirty="0"/>
            <a:t>Step 4</a:t>
          </a:r>
        </a:p>
        <a:p>
          <a:r>
            <a:rPr lang="en-IN" sz="1200" b="1" i="0" dirty="0"/>
            <a:t>Hybrid </a:t>
          </a:r>
          <a:r>
            <a:rPr lang="en-IN" sz="1200" b="1" i="0" dirty="0" err="1"/>
            <a:t>Retrieval:</a:t>
          </a:r>
          <a:r>
            <a:rPr lang="en-IN" sz="1200" b="0" i="0" dirty="0" err="1"/>
            <a:t>Vector</a:t>
          </a:r>
          <a:r>
            <a:rPr lang="en-IN" sz="1200" b="0" i="0" dirty="0"/>
            <a:t> similarity + graph context merge</a:t>
          </a:r>
          <a:endParaRPr lang="en-US" sz="1200" dirty="0"/>
        </a:p>
      </dgm:t>
    </dgm:pt>
    <dgm:pt modelId="{650211E5-7F3A-4A38-A6C5-C9CAFA6A8545}" type="parTrans" cxnId="{122E79C0-C1C5-4DB7-AB29-CE99FE07B511}">
      <dgm:prSet/>
      <dgm:spPr/>
      <dgm:t>
        <a:bodyPr/>
        <a:lstStyle/>
        <a:p>
          <a:endParaRPr lang="en-US"/>
        </a:p>
      </dgm:t>
    </dgm:pt>
    <dgm:pt modelId="{CCE3D33C-4CC3-4C8E-9F1E-457C08671255}" type="sibTrans" cxnId="{122E79C0-C1C5-4DB7-AB29-CE99FE07B511}">
      <dgm:prSet phldrT="04"/>
      <dgm:spPr/>
      <dgm:t>
        <a:bodyPr/>
        <a:lstStyle/>
        <a:p>
          <a:endParaRPr lang="en-US" dirty="0"/>
        </a:p>
      </dgm:t>
    </dgm:pt>
    <dgm:pt modelId="{420429A7-07B1-41AC-ADBA-47EE150A9A97}">
      <dgm:prSet custT="1"/>
      <dgm:spPr/>
      <dgm:t>
        <a:bodyPr/>
        <a:lstStyle/>
        <a:p>
          <a:r>
            <a:rPr lang="en-IN" sz="1200" b="1" i="0" dirty="0"/>
            <a:t>Step5 </a:t>
          </a:r>
        </a:p>
        <a:p>
          <a:r>
            <a:rPr lang="en-IN" sz="1200" b="1" i="0" dirty="0" err="1"/>
            <a:t>LLMResponse</a:t>
          </a:r>
          <a:r>
            <a:rPr lang="en-IN" sz="1200" b="1" i="0" dirty="0"/>
            <a:t>: </a:t>
          </a:r>
          <a:r>
            <a:rPr lang="en-IN" sz="1200" b="0" i="0" dirty="0"/>
            <a:t>OpenAI/</a:t>
          </a:r>
        </a:p>
        <a:p>
          <a:r>
            <a:rPr lang="en-IN" sz="1200" b="0" i="0" dirty="0" err="1"/>
            <a:t>Groq</a:t>
          </a:r>
          <a:r>
            <a:rPr lang="en-IN" sz="1200" b="0" i="0" dirty="0"/>
            <a:t> with source citations</a:t>
          </a:r>
          <a:endParaRPr lang="en-US" sz="1200" dirty="0"/>
        </a:p>
      </dgm:t>
    </dgm:pt>
    <dgm:pt modelId="{BB9D1554-77CF-482D-B99C-A446E3356A62}" type="parTrans" cxnId="{1987BB2F-CA7F-40B4-BCB7-6AF7CB7D1138}">
      <dgm:prSet/>
      <dgm:spPr/>
      <dgm:t>
        <a:bodyPr/>
        <a:lstStyle/>
        <a:p>
          <a:endParaRPr lang="en-US"/>
        </a:p>
      </dgm:t>
    </dgm:pt>
    <dgm:pt modelId="{C1B6C62A-ECB5-41FD-A0FB-150C4401D766}" type="sibTrans" cxnId="{1987BB2F-CA7F-40B4-BCB7-6AF7CB7D1138}">
      <dgm:prSet phldrT="05"/>
      <dgm:spPr/>
      <dgm:t>
        <a:bodyPr/>
        <a:lstStyle/>
        <a:p>
          <a:endParaRPr lang="en-US" dirty="0"/>
        </a:p>
      </dgm:t>
    </dgm:pt>
    <dgm:pt modelId="{D53F1796-6499-7641-880E-CB8AE1081492}" type="pres">
      <dgm:prSet presAssocID="{0A3EF14D-EF97-4B14-A16E-75C3E39F9755}" presName="diagram" presStyleCnt="0">
        <dgm:presLayoutVars>
          <dgm:dir/>
          <dgm:resizeHandles val="exact"/>
        </dgm:presLayoutVars>
      </dgm:prSet>
      <dgm:spPr/>
    </dgm:pt>
    <dgm:pt modelId="{EC829BAF-2B0F-624C-A4CC-A0E0E2D92E09}" type="pres">
      <dgm:prSet presAssocID="{028E0DC0-F7BD-4926-A41B-A7A11A59BF11}" presName="node" presStyleLbl="node1" presStyleIdx="0" presStyleCnt="5" custScaleX="92231" custScaleY="78580">
        <dgm:presLayoutVars>
          <dgm:bulletEnabled val="1"/>
        </dgm:presLayoutVars>
      </dgm:prSet>
      <dgm:spPr/>
    </dgm:pt>
    <dgm:pt modelId="{C671D425-8FBC-E54C-A3C9-08251B353628}" type="pres">
      <dgm:prSet presAssocID="{CDD4C691-8D3F-4E1B-82C2-CA72A7D002FC}" presName="sibTrans" presStyleCnt="0"/>
      <dgm:spPr/>
    </dgm:pt>
    <dgm:pt modelId="{9BB301BB-8928-C641-B61D-5706F2F53662}" type="pres">
      <dgm:prSet presAssocID="{61DF49AC-CCA2-461E-AAEA-54A6E7A99A72}" presName="node" presStyleLbl="node1" presStyleIdx="1" presStyleCnt="5" custScaleX="100421" custScaleY="84499">
        <dgm:presLayoutVars>
          <dgm:bulletEnabled val="1"/>
        </dgm:presLayoutVars>
      </dgm:prSet>
      <dgm:spPr/>
    </dgm:pt>
    <dgm:pt modelId="{00A2D9E3-50E0-5241-BCA1-31D77B76E2F2}" type="pres">
      <dgm:prSet presAssocID="{E58EF6F5-BA59-47DB-AE75-BD506673295A}" presName="sibTrans" presStyleCnt="0"/>
      <dgm:spPr/>
    </dgm:pt>
    <dgm:pt modelId="{A3FE43C7-C233-1D4F-97B0-915630B25DA6}" type="pres">
      <dgm:prSet presAssocID="{4CCF4C55-68E1-4A79-8E5B-BE07BDB3B96E}" presName="node" presStyleLbl="node1" presStyleIdx="2" presStyleCnt="5" custScaleX="92526" custScaleY="79634">
        <dgm:presLayoutVars>
          <dgm:bulletEnabled val="1"/>
        </dgm:presLayoutVars>
      </dgm:prSet>
      <dgm:spPr/>
    </dgm:pt>
    <dgm:pt modelId="{EF5DA210-224A-D748-B0CF-F67B215B5795}" type="pres">
      <dgm:prSet presAssocID="{9D7E26E6-2B95-4B8F-947B-AB392D2B2406}" presName="sibTrans" presStyleCnt="0"/>
      <dgm:spPr/>
    </dgm:pt>
    <dgm:pt modelId="{74CA8587-5FAC-194C-86BD-FB6F4A7DF6CC}" type="pres">
      <dgm:prSet presAssocID="{79243EA4-4187-4C1C-8C9C-A7717709C7EB}" presName="node" presStyleLbl="node1" presStyleIdx="3" presStyleCnt="5" custScaleX="100195" custScaleY="79634">
        <dgm:presLayoutVars>
          <dgm:bulletEnabled val="1"/>
        </dgm:presLayoutVars>
      </dgm:prSet>
      <dgm:spPr/>
    </dgm:pt>
    <dgm:pt modelId="{FD2372A8-CD2C-8A49-B4DF-7D6A3DF613F5}" type="pres">
      <dgm:prSet presAssocID="{CCE3D33C-4CC3-4C8E-9F1E-457C08671255}" presName="sibTrans" presStyleCnt="0"/>
      <dgm:spPr/>
    </dgm:pt>
    <dgm:pt modelId="{2CD6639A-8858-4444-8100-35326034C1E9}" type="pres">
      <dgm:prSet presAssocID="{420429A7-07B1-41AC-ADBA-47EE150A9A97}" presName="node" presStyleLbl="node1" presStyleIdx="4" presStyleCnt="5" custScaleX="92006" custScaleY="79327" custLinFactNeighborX="-747" custLinFactNeighborY="-5787">
        <dgm:presLayoutVars>
          <dgm:bulletEnabled val="1"/>
        </dgm:presLayoutVars>
      </dgm:prSet>
      <dgm:spPr/>
    </dgm:pt>
  </dgm:ptLst>
  <dgm:cxnLst>
    <dgm:cxn modelId="{A4296104-AE1A-9640-92E7-26356E5EA493}" type="presOf" srcId="{0A3EF14D-EF97-4B14-A16E-75C3E39F9755}" destId="{D53F1796-6499-7641-880E-CB8AE1081492}" srcOrd="0" destOrd="0" presId="urn:microsoft.com/office/officeart/2005/8/layout/default"/>
    <dgm:cxn modelId="{90E83C22-5B97-834B-ADCA-7A026DF9E269}" type="presOf" srcId="{420429A7-07B1-41AC-ADBA-47EE150A9A97}" destId="{2CD6639A-8858-4444-8100-35326034C1E9}" srcOrd="0" destOrd="0" presId="urn:microsoft.com/office/officeart/2005/8/layout/default"/>
    <dgm:cxn modelId="{B138DD2E-D1B4-3045-AE77-A0927B816879}" type="presOf" srcId="{028E0DC0-F7BD-4926-A41B-A7A11A59BF11}" destId="{EC829BAF-2B0F-624C-A4CC-A0E0E2D92E09}" srcOrd="0" destOrd="0" presId="urn:microsoft.com/office/officeart/2005/8/layout/default"/>
    <dgm:cxn modelId="{1987BB2F-CA7F-40B4-BCB7-6AF7CB7D1138}" srcId="{0A3EF14D-EF97-4B14-A16E-75C3E39F9755}" destId="{420429A7-07B1-41AC-ADBA-47EE150A9A97}" srcOrd="4" destOrd="0" parTransId="{BB9D1554-77CF-482D-B99C-A446E3356A62}" sibTransId="{C1B6C62A-ECB5-41FD-A0FB-150C4401D766}"/>
    <dgm:cxn modelId="{7705EF41-ECCC-4A46-9B16-F400EADC9742}" srcId="{0A3EF14D-EF97-4B14-A16E-75C3E39F9755}" destId="{028E0DC0-F7BD-4926-A41B-A7A11A59BF11}" srcOrd="0" destOrd="0" parTransId="{C4786635-7A69-4DDF-A236-0592EBE90664}" sibTransId="{CDD4C691-8D3F-4E1B-82C2-CA72A7D002FC}"/>
    <dgm:cxn modelId="{003F5756-973B-4CC7-B08C-7658E82E6182}" srcId="{0A3EF14D-EF97-4B14-A16E-75C3E39F9755}" destId="{4CCF4C55-68E1-4A79-8E5B-BE07BDB3B96E}" srcOrd="2" destOrd="0" parTransId="{CA8770A3-E0FC-44B3-8498-8914B6772466}" sibTransId="{9D7E26E6-2B95-4B8F-947B-AB392D2B2406}"/>
    <dgm:cxn modelId="{C8FA3362-DC3C-4DCA-9886-2D793ED2A425}" srcId="{0A3EF14D-EF97-4B14-A16E-75C3E39F9755}" destId="{61DF49AC-CCA2-461E-AAEA-54A6E7A99A72}" srcOrd="1" destOrd="0" parTransId="{DC93D47E-B6F1-42AF-AFAE-4E322AC3EB9E}" sibTransId="{E58EF6F5-BA59-47DB-AE75-BD506673295A}"/>
    <dgm:cxn modelId="{C5508E83-254D-7749-82DB-D6B6AE3B6C7F}" type="presOf" srcId="{79243EA4-4187-4C1C-8C9C-A7717709C7EB}" destId="{74CA8587-5FAC-194C-86BD-FB6F4A7DF6CC}" srcOrd="0" destOrd="0" presId="urn:microsoft.com/office/officeart/2005/8/layout/default"/>
    <dgm:cxn modelId="{ED6E8094-6D15-DD4E-A523-EA2610994C69}" type="presOf" srcId="{4CCF4C55-68E1-4A79-8E5B-BE07BDB3B96E}" destId="{A3FE43C7-C233-1D4F-97B0-915630B25DA6}" srcOrd="0" destOrd="0" presId="urn:microsoft.com/office/officeart/2005/8/layout/default"/>
    <dgm:cxn modelId="{122E79C0-C1C5-4DB7-AB29-CE99FE07B511}" srcId="{0A3EF14D-EF97-4B14-A16E-75C3E39F9755}" destId="{79243EA4-4187-4C1C-8C9C-A7717709C7EB}" srcOrd="3" destOrd="0" parTransId="{650211E5-7F3A-4A38-A6C5-C9CAFA6A8545}" sibTransId="{CCE3D33C-4CC3-4C8E-9F1E-457C08671255}"/>
    <dgm:cxn modelId="{FD95B1F8-E96A-4142-88BD-551B9D1935A9}" type="presOf" srcId="{61DF49AC-CCA2-461E-AAEA-54A6E7A99A72}" destId="{9BB301BB-8928-C641-B61D-5706F2F53662}" srcOrd="0" destOrd="0" presId="urn:microsoft.com/office/officeart/2005/8/layout/default"/>
    <dgm:cxn modelId="{4290C6F5-F2B9-434F-920D-C31FF373F877}" type="presParOf" srcId="{D53F1796-6499-7641-880E-CB8AE1081492}" destId="{EC829BAF-2B0F-624C-A4CC-A0E0E2D92E09}" srcOrd="0" destOrd="0" presId="urn:microsoft.com/office/officeart/2005/8/layout/default"/>
    <dgm:cxn modelId="{49156862-3A24-AC46-9015-F2FE30CFB453}" type="presParOf" srcId="{D53F1796-6499-7641-880E-CB8AE1081492}" destId="{C671D425-8FBC-E54C-A3C9-08251B353628}" srcOrd="1" destOrd="0" presId="urn:microsoft.com/office/officeart/2005/8/layout/default"/>
    <dgm:cxn modelId="{689CAD35-64A2-F348-BECF-46235296936A}" type="presParOf" srcId="{D53F1796-6499-7641-880E-CB8AE1081492}" destId="{9BB301BB-8928-C641-B61D-5706F2F53662}" srcOrd="2" destOrd="0" presId="urn:microsoft.com/office/officeart/2005/8/layout/default"/>
    <dgm:cxn modelId="{37859DA6-107A-2448-BE06-3B0F82F7C942}" type="presParOf" srcId="{D53F1796-6499-7641-880E-CB8AE1081492}" destId="{00A2D9E3-50E0-5241-BCA1-31D77B76E2F2}" srcOrd="3" destOrd="0" presId="urn:microsoft.com/office/officeart/2005/8/layout/default"/>
    <dgm:cxn modelId="{7ADDF1E2-F35E-7246-9229-A1B020E1928F}" type="presParOf" srcId="{D53F1796-6499-7641-880E-CB8AE1081492}" destId="{A3FE43C7-C233-1D4F-97B0-915630B25DA6}" srcOrd="4" destOrd="0" presId="urn:microsoft.com/office/officeart/2005/8/layout/default"/>
    <dgm:cxn modelId="{41298827-7162-3643-B4AE-4FA7878DBC00}" type="presParOf" srcId="{D53F1796-6499-7641-880E-CB8AE1081492}" destId="{EF5DA210-224A-D748-B0CF-F67B215B5795}" srcOrd="5" destOrd="0" presId="urn:microsoft.com/office/officeart/2005/8/layout/default"/>
    <dgm:cxn modelId="{A5FCCB84-0EE2-064E-AEFF-473F3BB9C019}" type="presParOf" srcId="{D53F1796-6499-7641-880E-CB8AE1081492}" destId="{74CA8587-5FAC-194C-86BD-FB6F4A7DF6CC}" srcOrd="6" destOrd="0" presId="urn:microsoft.com/office/officeart/2005/8/layout/default"/>
    <dgm:cxn modelId="{5ABA724B-9C5E-C047-93D8-825532A0BCE4}" type="presParOf" srcId="{D53F1796-6499-7641-880E-CB8AE1081492}" destId="{FD2372A8-CD2C-8A49-B4DF-7D6A3DF613F5}" srcOrd="7" destOrd="0" presId="urn:microsoft.com/office/officeart/2005/8/layout/default"/>
    <dgm:cxn modelId="{78C60FD1-C5AF-8547-A114-7BFDCA168AEA}" type="presParOf" srcId="{D53F1796-6499-7641-880E-CB8AE1081492}" destId="{2CD6639A-8858-4444-8100-35326034C1E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5D8D6B8-E028-1044-B5FD-2EE744008C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GB"/>
        </a:p>
      </dgm:t>
    </dgm:pt>
    <dgm:pt modelId="{8BE7BF7C-81C4-4048-90D1-B4A56AA0144C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GB" sz="1200" dirty="0"/>
            <a:t>AI&amp; ML</a:t>
          </a:r>
        </a:p>
      </dgm:t>
    </dgm:pt>
    <dgm:pt modelId="{F145B862-FE76-564C-AA77-2121324C5EE8}" type="parTrans" cxnId="{70F3185D-6CE9-9047-97DE-B6C40E215F86}">
      <dgm:prSet/>
      <dgm:spPr/>
      <dgm:t>
        <a:bodyPr/>
        <a:lstStyle/>
        <a:p>
          <a:endParaRPr lang="en-GB"/>
        </a:p>
      </dgm:t>
    </dgm:pt>
    <dgm:pt modelId="{14D4F184-5387-D54E-93EF-D03181AA5262}" type="sibTrans" cxnId="{70F3185D-6CE9-9047-97DE-B6C40E215F86}">
      <dgm:prSet/>
      <dgm:spPr/>
      <dgm:t>
        <a:bodyPr/>
        <a:lstStyle/>
        <a:p>
          <a:endParaRPr lang="en-GB"/>
        </a:p>
      </dgm:t>
    </dgm:pt>
    <dgm:pt modelId="{FD2A24F6-ACA9-0447-93F5-636F32BCC157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Lang Chain, Hugging face</a:t>
          </a:r>
        </a:p>
      </dgm:t>
    </dgm:pt>
    <dgm:pt modelId="{CD570595-C304-8D48-A29D-BC7888FD148B}" type="parTrans" cxnId="{707E474D-7527-DA4E-AFC0-24CB3A5C8235}">
      <dgm:prSet/>
      <dgm:spPr/>
      <dgm:t>
        <a:bodyPr/>
        <a:lstStyle/>
        <a:p>
          <a:endParaRPr lang="en-GB"/>
        </a:p>
      </dgm:t>
    </dgm:pt>
    <dgm:pt modelId="{EFBB94A7-508C-4A45-8C6A-541532A0A9DB}" type="sibTrans" cxnId="{707E474D-7527-DA4E-AFC0-24CB3A5C8235}">
      <dgm:prSet/>
      <dgm:spPr/>
      <dgm:t>
        <a:bodyPr/>
        <a:lstStyle/>
        <a:p>
          <a:endParaRPr lang="en-GB"/>
        </a:p>
      </dgm:t>
    </dgm:pt>
    <dgm:pt modelId="{644D5B9A-9BF5-2246-897F-7C045F828A27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GB" sz="1200" dirty="0"/>
            <a:t>Database</a:t>
          </a:r>
        </a:p>
      </dgm:t>
    </dgm:pt>
    <dgm:pt modelId="{79B0C645-C8EA-7247-B56F-346FD68A11E4}" type="parTrans" cxnId="{BB5E5968-4885-E24E-A633-AD3EBBEFDB23}">
      <dgm:prSet/>
      <dgm:spPr/>
      <dgm:t>
        <a:bodyPr/>
        <a:lstStyle/>
        <a:p>
          <a:endParaRPr lang="en-GB"/>
        </a:p>
      </dgm:t>
    </dgm:pt>
    <dgm:pt modelId="{B1D53617-6331-AD46-A210-29ADD5664A78}" type="sibTrans" cxnId="{BB5E5968-4885-E24E-A633-AD3EBBEFDB23}">
      <dgm:prSet/>
      <dgm:spPr/>
      <dgm:t>
        <a:bodyPr/>
        <a:lstStyle/>
        <a:p>
          <a:endParaRPr lang="en-GB"/>
        </a:p>
      </dgm:t>
    </dgm:pt>
    <dgm:pt modelId="{41647A30-A0CA-6D4A-89F4-4C987F34C428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GB" sz="1200" dirty="0"/>
            <a:t>Document processing</a:t>
          </a:r>
        </a:p>
      </dgm:t>
    </dgm:pt>
    <dgm:pt modelId="{CEF711E7-CC70-BC4D-A5F1-96B1AB40B24C}" type="parTrans" cxnId="{3248FA4C-4A3D-C140-842E-07CEA0E4E527}">
      <dgm:prSet/>
      <dgm:spPr/>
      <dgm:t>
        <a:bodyPr/>
        <a:lstStyle/>
        <a:p>
          <a:endParaRPr lang="en-GB"/>
        </a:p>
      </dgm:t>
    </dgm:pt>
    <dgm:pt modelId="{DE854381-94FD-3042-8933-ADEB73C0C82D}" type="sibTrans" cxnId="{3248FA4C-4A3D-C140-842E-07CEA0E4E527}">
      <dgm:prSet/>
      <dgm:spPr/>
      <dgm:t>
        <a:bodyPr/>
        <a:lstStyle/>
        <a:p>
          <a:endParaRPr lang="en-GB"/>
        </a:p>
      </dgm:t>
    </dgm:pt>
    <dgm:pt modelId="{D66A0576-90D6-1541-864C-15415BAC4CF7}">
      <dgm:prSet phldrT="[Text]"/>
      <dgm:spPr/>
      <dgm:t>
        <a:bodyPr/>
        <a:lstStyle/>
        <a:p>
          <a:pPr>
            <a:lnSpc>
              <a:spcPct val="100000"/>
            </a:lnSpc>
          </a:pPr>
          <a:endParaRPr lang="en-GB" dirty="0"/>
        </a:p>
      </dgm:t>
    </dgm:pt>
    <dgm:pt modelId="{3E5DE262-D5FA-1F42-9E6E-32C64DA578FF}" type="parTrans" cxnId="{C57D99AE-F404-B24F-89FA-3CE6695AAE56}">
      <dgm:prSet/>
      <dgm:spPr/>
      <dgm:t>
        <a:bodyPr/>
        <a:lstStyle/>
        <a:p>
          <a:endParaRPr lang="en-GB"/>
        </a:p>
      </dgm:t>
    </dgm:pt>
    <dgm:pt modelId="{7489B5EE-3B42-B345-9C8C-7EAB89D93F3D}" type="sibTrans" cxnId="{C57D99AE-F404-B24F-89FA-3CE6695AAE56}">
      <dgm:prSet/>
      <dgm:spPr/>
      <dgm:t>
        <a:bodyPr/>
        <a:lstStyle/>
        <a:p>
          <a:endParaRPr lang="en-GB"/>
        </a:p>
      </dgm:t>
    </dgm:pt>
    <dgm:pt modelId="{7420FB62-8375-F24A-B7B5-A5FE400FE97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b="0" i="0" dirty="0" err="1"/>
            <a:t>PyMuPDF</a:t>
          </a:r>
          <a:r>
            <a:rPr lang="en-IN" b="0" i="0" dirty="0"/>
            <a:t>, python-pptx, </a:t>
          </a:r>
          <a:r>
            <a:rPr lang="en-IN" b="0" i="0" dirty="0" err="1"/>
            <a:t>openpyxl</a:t>
          </a:r>
          <a:r>
            <a:rPr lang="en-IN" b="0" i="0" dirty="0"/>
            <a:t>, python-docx, mammoth</a:t>
          </a:r>
          <a:endParaRPr lang="en-GB" dirty="0"/>
        </a:p>
      </dgm:t>
    </dgm:pt>
    <dgm:pt modelId="{C2957F92-388D-1942-B870-C730000D78B8}" type="parTrans" cxnId="{237451D1-F1D6-0E4E-A145-219AC0DF1B64}">
      <dgm:prSet/>
      <dgm:spPr/>
      <dgm:t>
        <a:bodyPr/>
        <a:lstStyle/>
        <a:p>
          <a:endParaRPr lang="en-GB"/>
        </a:p>
      </dgm:t>
    </dgm:pt>
    <dgm:pt modelId="{9D9F0314-E807-FA4D-93D7-C89F1FE724CB}" type="sibTrans" cxnId="{237451D1-F1D6-0E4E-A145-219AC0DF1B64}">
      <dgm:prSet/>
      <dgm:spPr/>
      <dgm:t>
        <a:bodyPr/>
        <a:lstStyle/>
        <a:p>
          <a:endParaRPr lang="en-GB"/>
        </a:p>
      </dgm:t>
    </dgm:pt>
    <dgm:pt modelId="{45719A31-BA30-9E42-B1FF-734632B928A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Spacy NLP, </a:t>
          </a:r>
          <a:r>
            <a:rPr lang="en-GB" dirty="0" err="1"/>
            <a:t>Faiss</a:t>
          </a:r>
          <a:endParaRPr lang="en-GB" dirty="0"/>
        </a:p>
      </dgm:t>
    </dgm:pt>
    <dgm:pt modelId="{1ADBD8B0-4DFC-184B-8FF6-CBCB1B9CE41D}" type="parTrans" cxnId="{037414D2-C217-B34B-936C-3772620DCB89}">
      <dgm:prSet/>
      <dgm:spPr/>
      <dgm:t>
        <a:bodyPr/>
        <a:lstStyle/>
        <a:p>
          <a:endParaRPr lang="en-GB"/>
        </a:p>
      </dgm:t>
    </dgm:pt>
    <dgm:pt modelId="{37BDBBD8-DFDF-FB49-9D8E-29A9BECB08DF}" type="sibTrans" cxnId="{037414D2-C217-B34B-936C-3772620DCB89}">
      <dgm:prSet/>
      <dgm:spPr/>
      <dgm:t>
        <a:bodyPr/>
        <a:lstStyle/>
        <a:p>
          <a:endParaRPr lang="en-GB"/>
        </a:p>
      </dgm:t>
    </dgm:pt>
    <dgm:pt modelId="{C459E118-1A3A-5343-BB92-7D286F9DED2D}">
      <dgm:prSet phldrT="[Text]"/>
      <dgm:spPr/>
      <dgm:t>
        <a:bodyPr/>
        <a:lstStyle/>
        <a:p>
          <a:endParaRPr lang="en-GB"/>
        </a:p>
      </dgm:t>
    </dgm:pt>
    <dgm:pt modelId="{AB5F76DE-89E7-7641-BE52-F92A5C979B36}" type="parTrans" cxnId="{49449A2C-4001-004E-80B3-BA8EC4CD882F}">
      <dgm:prSet/>
      <dgm:spPr/>
      <dgm:t>
        <a:bodyPr/>
        <a:lstStyle/>
        <a:p>
          <a:endParaRPr lang="en-GB"/>
        </a:p>
      </dgm:t>
    </dgm:pt>
    <dgm:pt modelId="{4379CD0B-D772-3B49-81E9-8163A5A1C339}" type="sibTrans" cxnId="{49449A2C-4001-004E-80B3-BA8EC4CD882F}">
      <dgm:prSet/>
      <dgm:spPr/>
      <dgm:t>
        <a:bodyPr/>
        <a:lstStyle/>
        <a:p>
          <a:endParaRPr lang="en-GB"/>
        </a:p>
      </dgm:t>
    </dgm:pt>
    <dgm:pt modelId="{A9B1DD2F-E783-A246-AE08-0D19E4B91077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b="0" i="0" dirty="0"/>
            <a:t>Neo4j, Vector Store, FAISS Index, Pickle Cache</a:t>
          </a:r>
          <a:endParaRPr lang="en-GB" dirty="0"/>
        </a:p>
      </dgm:t>
    </dgm:pt>
    <dgm:pt modelId="{677D072E-80D6-EC43-BC21-4393036A1002}" type="sibTrans" cxnId="{61847377-D1AC-9C47-A022-3913042EB3FA}">
      <dgm:prSet/>
      <dgm:spPr/>
      <dgm:t>
        <a:bodyPr/>
        <a:lstStyle/>
        <a:p>
          <a:endParaRPr lang="en-GB"/>
        </a:p>
      </dgm:t>
    </dgm:pt>
    <dgm:pt modelId="{6A3E7B09-8082-8049-8E94-8FAF9735ECC0}" type="parTrans" cxnId="{61847377-D1AC-9C47-A022-3913042EB3FA}">
      <dgm:prSet/>
      <dgm:spPr/>
      <dgm:t>
        <a:bodyPr/>
        <a:lstStyle/>
        <a:p>
          <a:endParaRPr lang="en-GB"/>
        </a:p>
      </dgm:t>
    </dgm:pt>
    <dgm:pt modelId="{163594F4-EB00-C842-8827-5A9138CEA88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200" dirty="0"/>
            <a:t>Web &amp; UI</a:t>
          </a:r>
        </a:p>
      </dgm:t>
    </dgm:pt>
    <dgm:pt modelId="{77721333-74D2-A047-B3EA-1104A9FF2528}" type="parTrans" cxnId="{C9954727-BA7A-BF4C-818E-6A7E9742F70B}">
      <dgm:prSet/>
      <dgm:spPr/>
      <dgm:t>
        <a:bodyPr/>
        <a:lstStyle/>
        <a:p>
          <a:endParaRPr lang="en-GB"/>
        </a:p>
      </dgm:t>
    </dgm:pt>
    <dgm:pt modelId="{DE7F551B-2E12-CE47-8EFB-C9AA3EDCDBDC}" type="sibTrans" cxnId="{C9954727-BA7A-BF4C-818E-6A7E9742F70B}">
      <dgm:prSet/>
      <dgm:spPr/>
      <dgm:t>
        <a:bodyPr/>
        <a:lstStyle/>
        <a:p>
          <a:endParaRPr lang="en-GB"/>
        </a:p>
      </dgm:t>
    </dgm:pt>
    <dgm:pt modelId="{61C1A601-6A66-EE47-A2AE-A82FB612E82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 dirty="0" err="1"/>
            <a:t>Streamlit</a:t>
          </a:r>
          <a:r>
            <a:rPr lang="en-IN" b="0" i="0" dirty="0"/>
            <a:t>, Python, Pandas, </a:t>
          </a:r>
          <a:r>
            <a:rPr lang="en-IN" b="0" i="0" dirty="0" err="1"/>
            <a:t>Groq</a:t>
          </a:r>
          <a:r>
            <a:rPr lang="en-IN" b="0" i="0" dirty="0"/>
            <a:t> API</a:t>
          </a:r>
          <a:endParaRPr lang="en-GB" dirty="0"/>
        </a:p>
      </dgm:t>
    </dgm:pt>
    <dgm:pt modelId="{C171301E-7D6A-5548-B98A-B94D96AA5E0B}" type="parTrans" cxnId="{CFD6580B-53E2-744B-9250-9D2BB34E9C45}">
      <dgm:prSet/>
      <dgm:spPr/>
      <dgm:t>
        <a:bodyPr/>
        <a:lstStyle/>
        <a:p>
          <a:endParaRPr lang="en-GB"/>
        </a:p>
      </dgm:t>
    </dgm:pt>
    <dgm:pt modelId="{C23453A9-AFFB-8E43-876A-CA55E6357861}" type="sibTrans" cxnId="{CFD6580B-53E2-744B-9250-9D2BB34E9C45}">
      <dgm:prSet/>
      <dgm:spPr/>
      <dgm:t>
        <a:bodyPr/>
        <a:lstStyle/>
        <a:p>
          <a:endParaRPr lang="en-GB"/>
        </a:p>
      </dgm:t>
    </dgm:pt>
    <dgm:pt modelId="{B576AEA6-3C6C-447B-837F-77C828F9E170}" type="pres">
      <dgm:prSet presAssocID="{F5D8D6B8-E028-1044-B5FD-2EE744008CAD}" presName="root" presStyleCnt="0">
        <dgm:presLayoutVars>
          <dgm:dir/>
          <dgm:resizeHandles val="exact"/>
        </dgm:presLayoutVars>
      </dgm:prSet>
      <dgm:spPr/>
    </dgm:pt>
    <dgm:pt modelId="{9AC99811-5CDD-45CF-BA6B-C904FA6A2C2A}" type="pres">
      <dgm:prSet presAssocID="{8BE7BF7C-81C4-4048-90D1-B4A56AA0144C}" presName="compNode" presStyleCnt="0"/>
      <dgm:spPr/>
    </dgm:pt>
    <dgm:pt modelId="{7349A37D-C04E-4526-B272-CB67D80083A5}" type="pres">
      <dgm:prSet presAssocID="{8BE7BF7C-81C4-4048-90D1-B4A56AA0144C}" presName="bgRect" presStyleLbl="bgShp" presStyleIdx="0" presStyleCnt="4" custLinFactNeighborX="778" custLinFactNeighborY="10984"/>
      <dgm:spPr/>
    </dgm:pt>
    <dgm:pt modelId="{7C6C2F6C-60FF-40A3-9D1F-DCA4606007E5}" type="pres">
      <dgm:prSet presAssocID="{8BE7BF7C-81C4-4048-90D1-B4A56AA0144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7A5807FC-9DDA-4ECE-BC6A-4D24BDCF9004}" type="pres">
      <dgm:prSet presAssocID="{8BE7BF7C-81C4-4048-90D1-B4A56AA0144C}" presName="spaceRect" presStyleCnt="0"/>
      <dgm:spPr/>
    </dgm:pt>
    <dgm:pt modelId="{C4EA50E5-DAEC-4705-A041-0AA13E10D61D}" type="pres">
      <dgm:prSet presAssocID="{8BE7BF7C-81C4-4048-90D1-B4A56AA0144C}" presName="parTx" presStyleLbl="revTx" presStyleIdx="0" presStyleCnt="8" custScaleX="67559" custScaleY="91563">
        <dgm:presLayoutVars>
          <dgm:chMax val="0"/>
          <dgm:chPref val="0"/>
        </dgm:presLayoutVars>
      </dgm:prSet>
      <dgm:spPr/>
    </dgm:pt>
    <dgm:pt modelId="{AB0AB31A-33AD-4952-9795-1BBBE5240C06}" type="pres">
      <dgm:prSet presAssocID="{8BE7BF7C-81C4-4048-90D1-B4A56AA0144C}" presName="desTx" presStyleLbl="revTx" presStyleIdx="1" presStyleCnt="8" custScaleX="112258" custScaleY="104565" custLinFactNeighborX="10063" custLinFactNeighborY="15400">
        <dgm:presLayoutVars/>
      </dgm:prSet>
      <dgm:spPr/>
    </dgm:pt>
    <dgm:pt modelId="{288FA987-2E30-4C35-B9BE-5CA914008EF7}" type="pres">
      <dgm:prSet presAssocID="{14D4F184-5387-D54E-93EF-D03181AA5262}" presName="sibTrans" presStyleCnt="0"/>
      <dgm:spPr/>
    </dgm:pt>
    <dgm:pt modelId="{7F08E15B-DDF0-4FF6-9791-2E662A2176D9}" type="pres">
      <dgm:prSet presAssocID="{644D5B9A-9BF5-2246-897F-7C045F828A27}" presName="compNode" presStyleCnt="0"/>
      <dgm:spPr/>
    </dgm:pt>
    <dgm:pt modelId="{628E9B32-A212-476D-ABD3-E94F1F053629}" type="pres">
      <dgm:prSet presAssocID="{644D5B9A-9BF5-2246-897F-7C045F828A27}" presName="bgRect" presStyleLbl="bgShp" presStyleIdx="1" presStyleCnt="4" custLinFactNeighborX="367" custLinFactNeighborY="-7684"/>
      <dgm:spPr/>
    </dgm:pt>
    <dgm:pt modelId="{58DAD0A0-B854-42F4-9774-EF573881B440}" type="pres">
      <dgm:prSet presAssocID="{644D5B9A-9BF5-2246-897F-7C045F828A2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CCA6D2E-FD8A-4EA8-9929-648888B0609F}" type="pres">
      <dgm:prSet presAssocID="{644D5B9A-9BF5-2246-897F-7C045F828A27}" presName="spaceRect" presStyleCnt="0"/>
      <dgm:spPr/>
    </dgm:pt>
    <dgm:pt modelId="{266A7D1C-7BC6-487A-B7E5-676DAD6BBD86}" type="pres">
      <dgm:prSet presAssocID="{644D5B9A-9BF5-2246-897F-7C045F828A27}" presName="parTx" presStyleLbl="revTx" presStyleIdx="2" presStyleCnt="8" custScaleX="74026">
        <dgm:presLayoutVars>
          <dgm:chMax val="0"/>
          <dgm:chPref val="0"/>
        </dgm:presLayoutVars>
      </dgm:prSet>
      <dgm:spPr/>
    </dgm:pt>
    <dgm:pt modelId="{75DA8AF8-647A-47C4-AB69-7C70DE8D5931}" type="pres">
      <dgm:prSet presAssocID="{644D5B9A-9BF5-2246-897F-7C045F828A27}" presName="desTx" presStyleLbl="revTx" presStyleIdx="3" presStyleCnt="8" custScaleX="108114" custScaleY="104630">
        <dgm:presLayoutVars/>
      </dgm:prSet>
      <dgm:spPr/>
    </dgm:pt>
    <dgm:pt modelId="{89D19A1C-FC58-4DFC-8F81-836F4EA01A43}" type="pres">
      <dgm:prSet presAssocID="{B1D53617-6331-AD46-A210-29ADD5664A78}" presName="sibTrans" presStyleCnt="0"/>
      <dgm:spPr/>
    </dgm:pt>
    <dgm:pt modelId="{CCDBD274-59EE-4371-99AC-522F2B4C91C4}" type="pres">
      <dgm:prSet presAssocID="{41647A30-A0CA-6D4A-89F4-4C987F34C428}" presName="compNode" presStyleCnt="0"/>
      <dgm:spPr/>
    </dgm:pt>
    <dgm:pt modelId="{D39384F8-3A7A-4403-ADF6-03354C7DCBA0}" type="pres">
      <dgm:prSet presAssocID="{41647A30-A0CA-6D4A-89F4-4C987F34C428}" presName="bgRect" presStyleLbl="bgShp" presStyleIdx="2" presStyleCnt="4" custLinFactNeighborY="-1223"/>
      <dgm:spPr/>
    </dgm:pt>
    <dgm:pt modelId="{C5DC3A80-3EA2-44CC-A8FC-9A6B46AB88A3}" type="pres">
      <dgm:prSet presAssocID="{41647A30-A0CA-6D4A-89F4-4C987F34C42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nake"/>
        </a:ext>
      </dgm:extLst>
    </dgm:pt>
    <dgm:pt modelId="{AB5B79B3-D03E-4AAE-A239-CB9161971A58}" type="pres">
      <dgm:prSet presAssocID="{41647A30-A0CA-6D4A-89F4-4C987F34C428}" presName="spaceRect" presStyleCnt="0"/>
      <dgm:spPr/>
    </dgm:pt>
    <dgm:pt modelId="{7FD61008-258F-44D8-95DD-0B22E319B1A6}" type="pres">
      <dgm:prSet presAssocID="{41647A30-A0CA-6D4A-89F4-4C987F34C428}" presName="parTx" presStyleLbl="revTx" presStyleIdx="4" presStyleCnt="8" custScaleX="92704">
        <dgm:presLayoutVars>
          <dgm:chMax val="0"/>
          <dgm:chPref val="0"/>
        </dgm:presLayoutVars>
      </dgm:prSet>
      <dgm:spPr/>
    </dgm:pt>
    <dgm:pt modelId="{BB372F53-2E3D-4752-9AC7-C51EE2383BDB}" type="pres">
      <dgm:prSet presAssocID="{41647A30-A0CA-6D4A-89F4-4C987F34C428}" presName="desTx" presStyleLbl="revTx" presStyleIdx="5" presStyleCnt="8" custScaleX="111785" custLinFactNeighborX="-16139" custLinFactNeighborY="-11526">
        <dgm:presLayoutVars/>
      </dgm:prSet>
      <dgm:spPr/>
    </dgm:pt>
    <dgm:pt modelId="{41B87C64-20AA-4129-8F17-9FFD1770DD8F}" type="pres">
      <dgm:prSet presAssocID="{DE854381-94FD-3042-8933-ADEB73C0C82D}" presName="sibTrans" presStyleCnt="0"/>
      <dgm:spPr/>
    </dgm:pt>
    <dgm:pt modelId="{255F807F-102B-49E9-9B5D-E00BAE976BBC}" type="pres">
      <dgm:prSet presAssocID="{163594F4-EB00-C842-8827-5A9138CEA880}" presName="compNode" presStyleCnt="0"/>
      <dgm:spPr/>
    </dgm:pt>
    <dgm:pt modelId="{CB4DEB2B-3AE1-4835-93CE-BA0BF169802D}" type="pres">
      <dgm:prSet presAssocID="{163594F4-EB00-C842-8827-5A9138CEA880}" presName="bgRect" presStyleLbl="bgShp" presStyleIdx="3" presStyleCnt="4"/>
      <dgm:spPr/>
    </dgm:pt>
    <dgm:pt modelId="{E690BF8B-9A6E-44B9-89A9-9D91EFE0D62B}" type="pres">
      <dgm:prSet presAssocID="{163594F4-EB00-C842-8827-5A9138CEA88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87497B28-159B-42BB-8FB4-8092A6874F9A}" type="pres">
      <dgm:prSet presAssocID="{163594F4-EB00-C842-8827-5A9138CEA880}" presName="spaceRect" presStyleCnt="0"/>
      <dgm:spPr/>
    </dgm:pt>
    <dgm:pt modelId="{98E874EC-763C-4949-B74B-01AAAC88A2FC}" type="pres">
      <dgm:prSet presAssocID="{163594F4-EB00-C842-8827-5A9138CEA880}" presName="parTx" presStyleLbl="revTx" presStyleIdx="6" presStyleCnt="8" custScaleX="79475">
        <dgm:presLayoutVars>
          <dgm:chMax val="0"/>
          <dgm:chPref val="0"/>
        </dgm:presLayoutVars>
      </dgm:prSet>
      <dgm:spPr/>
    </dgm:pt>
    <dgm:pt modelId="{BFFA937B-B5D7-4489-A439-1E1324740E70}" type="pres">
      <dgm:prSet presAssocID="{163594F4-EB00-C842-8827-5A9138CEA880}" presName="desTx" presStyleLbl="revTx" presStyleIdx="7" presStyleCnt="8">
        <dgm:presLayoutVars/>
      </dgm:prSet>
      <dgm:spPr/>
    </dgm:pt>
  </dgm:ptLst>
  <dgm:cxnLst>
    <dgm:cxn modelId="{CFD6580B-53E2-744B-9250-9D2BB34E9C45}" srcId="{163594F4-EB00-C842-8827-5A9138CEA880}" destId="{61C1A601-6A66-EE47-A2AE-A82FB612E82A}" srcOrd="0" destOrd="0" parTransId="{C171301E-7D6A-5548-B98A-B94D96AA5E0B}" sibTransId="{C23453A9-AFFB-8E43-876A-CA55E6357861}"/>
    <dgm:cxn modelId="{91B2D119-1FE6-5B43-B86F-B27426CA1C0D}" type="presOf" srcId="{D66A0576-90D6-1541-864C-15415BAC4CF7}" destId="{BB372F53-2E3D-4752-9AC7-C51EE2383BDB}" srcOrd="0" destOrd="0" presId="urn:microsoft.com/office/officeart/2018/2/layout/IconVerticalSolidList"/>
    <dgm:cxn modelId="{44566A23-1224-004B-8460-9202EC2BF6CB}" type="presOf" srcId="{61C1A601-6A66-EE47-A2AE-A82FB612E82A}" destId="{BFFA937B-B5D7-4489-A439-1E1324740E70}" srcOrd="0" destOrd="0" presId="urn:microsoft.com/office/officeart/2018/2/layout/IconVerticalSolidList"/>
    <dgm:cxn modelId="{C9954727-BA7A-BF4C-818E-6A7E9742F70B}" srcId="{F5D8D6B8-E028-1044-B5FD-2EE744008CAD}" destId="{163594F4-EB00-C842-8827-5A9138CEA880}" srcOrd="3" destOrd="0" parTransId="{77721333-74D2-A047-B3EA-1104A9FF2528}" sibTransId="{DE7F551B-2E12-CE47-8EFB-C9AA3EDCDBDC}"/>
    <dgm:cxn modelId="{1FA62929-B209-0542-AD91-C446FA29EB86}" type="presOf" srcId="{C459E118-1A3A-5343-BB92-7D286F9DED2D}" destId="{AB0AB31A-33AD-4952-9795-1BBBE5240C06}" srcOrd="0" destOrd="2" presId="urn:microsoft.com/office/officeart/2018/2/layout/IconVerticalSolidList"/>
    <dgm:cxn modelId="{49449A2C-4001-004E-80B3-BA8EC4CD882F}" srcId="{45719A31-BA30-9E42-B1FF-734632B928A2}" destId="{C459E118-1A3A-5343-BB92-7D286F9DED2D}" srcOrd="0" destOrd="0" parTransId="{AB5F76DE-89E7-7641-BE52-F92A5C979B36}" sibTransId="{4379CD0B-D772-3B49-81E9-8163A5A1C339}"/>
    <dgm:cxn modelId="{37F12C30-2E0E-AD4F-87F2-4F56753F005F}" type="presOf" srcId="{41647A30-A0CA-6D4A-89F4-4C987F34C428}" destId="{7FD61008-258F-44D8-95DD-0B22E319B1A6}" srcOrd="0" destOrd="0" presId="urn:microsoft.com/office/officeart/2018/2/layout/IconVerticalSolidList"/>
    <dgm:cxn modelId="{CC610C41-8022-6345-8529-EF4FFA5DA6FF}" type="presOf" srcId="{45719A31-BA30-9E42-B1FF-734632B928A2}" destId="{AB0AB31A-33AD-4952-9795-1BBBE5240C06}" srcOrd="0" destOrd="1" presId="urn:microsoft.com/office/officeart/2018/2/layout/IconVerticalSolidList"/>
    <dgm:cxn modelId="{3248FA4C-4A3D-C140-842E-07CEA0E4E527}" srcId="{F5D8D6B8-E028-1044-B5FD-2EE744008CAD}" destId="{41647A30-A0CA-6D4A-89F4-4C987F34C428}" srcOrd="2" destOrd="0" parTransId="{CEF711E7-CC70-BC4D-A5F1-96B1AB40B24C}" sibTransId="{DE854381-94FD-3042-8933-ADEB73C0C82D}"/>
    <dgm:cxn modelId="{707E474D-7527-DA4E-AFC0-24CB3A5C8235}" srcId="{8BE7BF7C-81C4-4048-90D1-B4A56AA0144C}" destId="{FD2A24F6-ACA9-0447-93F5-636F32BCC157}" srcOrd="0" destOrd="0" parTransId="{CD570595-C304-8D48-A29D-BC7888FD148B}" sibTransId="{EFBB94A7-508C-4A45-8C6A-541532A0A9DB}"/>
    <dgm:cxn modelId="{70F3185D-6CE9-9047-97DE-B6C40E215F86}" srcId="{F5D8D6B8-E028-1044-B5FD-2EE744008CAD}" destId="{8BE7BF7C-81C4-4048-90D1-B4A56AA0144C}" srcOrd="0" destOrd="0" parTransId="{F145B862-FE76-564C-AA77-2121324C5EE8}" sibTransId="{14D4F184-5387-D54E-93EF-D03181AA5262}"/>
    <dgm:cxn modelId="{87C97160-FA91-1A44-BBBE-73886740C785}" type="presOf" srcId="{FD2A24F6-ACA9-0447-93F5-636F32BCC157}" destId="{AB0AB31A-33AD-4952-9795-1BBBE5240C06}" srcOrd="0" destOrd="0" presId="urn:microsoft.com/office/officeart/2018/2/layout/IconVerticalSolidList"/>
    <dgm:cxn modelId="{BB5E5968-4885-E24E-A633-AD3EBBEFDB23}" srcId="{F5D8D6B8-E028-1044-B5FD-2EE744008CAD}" destId="{644D5B9A-9BF5-2246-897F-7C045F828A27}" srcOrd="1" destOrd="0" parTransId="{79B0C645-C8EA-7247-B56F-346FD68A11E4}" sibTransId="{B1D53617-6331-AD46-A210-29ADD5664A78}"/>
    <dgm:cxn modelId="{61847377-D1AC-9C47-A022-3913042EB3FA}" srcId="{644D5B9A-9BF5-2246-897F-7C045F828A27}" destId="{A9B1DD2F-E783-A246-AE08-0D19E4B91077}" srcOrd="0" destOrd="0" parTransId="{6A3E7B09-8082-8049-8E94-8FAF9735ECC0}" sibTransId="{677D072E-80D6-EC43-BC21-4393036A1002}"/>
    <dgm:cxn modelId="{A7335682-B8B3-234A-802C-E2746FD7F805}" type="presOf" srcId="{163594F4-EB00-C842-8827-5A9138CEA880}" destId="{98E874EC-763C-4949-B74B-01AAAC88A2FC}" srcOrd="0" destOrd="0" presId="urn:microsoft.com/office/officeart/2018/2/layout/IconVerticalSolidList"/>
    <dgm:cxn modelId="{9E74AE98-0289-8148-B32A-5714F6A07FEE}" type="presOf" srcId="{7420FB62-8375-F24A-B7B5-A5FE400FE971}" destId="{BB372F53-2E3D-4752-9AC7-C51EE2383BDB}" srcOrd="0" destOrd="1" presId="urn:microsoft.com/office/officeart/2018/2/layout/IconVerticalSolidList"/>
    <dgm:cxn modelId="{C57D99AE-F404-B24F-89FA-3CE6695AAE56}" srcId="{41647A30-A0CA-6D4A-89F4-4C987F34C428}" destId="{D66A0576-90D6-1541-864C-15415BAC4CF7}" srcOrd="0" destOrd="0" parTransId="{3E5DE262-D5FA-1F42-9E6E-32C64DA578FF}" sibTransId="{7489B5EE-3B42-B345-9C8C-7EAB89D93F3D}"/>
    <dgm:cxn modelId="{82085CB9-72DF-6249-93B7-F6F8C230988B}" type="presOf" srcId="{F5D8D6B8-E028-1044-B5FD-2EE744008CAD}" destId="{B576AEA6-3C6C-447B-837F-77C828F9E170}" srcOrd="0" destOrd="0" presId="urn:microsoft.com/office/officeart/2018/2/layout/IconVerticalSolidList"/>
    <dgm:cxn modelId="{73B666BA-51A0-054B-8563-6BDD446A5E39}" type="presOf" srcId="{A9B1DD2F-E783-A246-AE08-0D19E4B91077}" destId="{75DA8AF8-647A-47C4-AB69-7C70DE8D5931}" srcOrd="0" destOrd="0" presId="urn:microsoft.com/office/officeart/2018/2/layout/IconVerticalSolidList"/>
    <dgm:cxn modelId="{237451D1-F1D6-0E4E-A145-219AC0DF1B64}" srcId="{41647A30-A0CA-6D4A-89F4-4C987F34C428}" destId="{7420FB62-8375-F24A-B7B5-A5FE400FE971}" srcOrd="1" destOrd="0" parTransId="{C2957F92-388D-1942-B870-C730000D78B8}" sibTransId="{9D9F0314-E807-FA4D-93D7-C89F1FE724CB}"/>
    <dgm:cxn modelId="{037414D2-C217-B34B-936C-3772620DCB89}" srcId="{8BE7BF7C-81C4-4048-90D1-B4A56AA0144C}" destId="{45719A31-BA30-9E42-B1FF-734632B928A2}" srcOrd="1" destOrd="0" parTransId="{1ADBD8B0-4DFC-184B-8FF6-CBCB1B9CE41D}" sibTransId="{37BDBBD8-DFDF-FB49-9D8E-29A9BECB08DF}"/>
    <dgm:cxn modelId="{61F734DE-192A-CC48-9366-59FB8628D0F9}" type="presOf" srcId="{8BE7BF7C-81C4-4048-90D1-B4A56AA0144C}" destId="{C4EA50E5-DAEC-4705-A041-0AA13E10D61D}" srcOrd="0" destOrd="0" presId="urn:microsoft.com/office/officeart/2018/2/layout/IconVerticalSolidList"/>
    <dgm:cxn modelId="{9C11E6F0-E5F0-C541-98D3-9C07A50261CC}" type="presOf" srcId="{644D5B9A-9BF5-2246-897F-7C045F828A27}" destId="{266A7D1C-7BC6-487A-B7E5-676DAD6BBD86}" srcOrd="0" destOrd="0" presId="urn:microsoft.com/office/officeart/2018/2/layout/IconVerticalSolidList"/>
    <dgm:cxn modelId="{68EEA2FA-317C-EA48-88F6-CE27BF357AD9}" type="presParOf" srcId="{B576AEA6-3C6C-447B-837F-77C828F9E170}" destId="{9AC99811-5CDD-45CF-BA6B-C904FA6A2C2A}" srcOrd="0" destOrd="0" presId="urn:microsoft.com/office/officeart/2018/2/layout/IconVerticalSolidList"/>
    <dgm:cxn modelId="{F4A90CE9-96F0-3D43-9296-613D4E05EB19}" type="presParOf" srcId="{9AC99811-5CDD-45CF-BA6B-C904FA6A2C2A}" destId="{7349A37D-C04E-4526-B272-CB67D80083A5}" srcOrd="0" destOrd="0" presId="urn:microsoft.com/office/officeart/2018/2/layout/IconVerticalSolidList"/>
    <dgm:cxn modelId="{73145542-C3C9-4042-9259-2D19EA64A7D8}" type="presParOf" srcId="{9AC99811-5CDD-45CF-BA6B-C904FA6A2C2A}" destId="{7C6C2F6C-60FF-40A3-9D1F-DCA4606007E5}" srcOrd="1" destOrd="0" presId="urn:microsoft.com/office/officeart/2018/2/layout/IconVerticalSolidList"/>
    <dgm:cxn modelId="{57C8947D-035D-9F46-BCA6-7ECE5F15E86E}" type="presParOf" srcId="{9AC99811-5CDD-45CF-BA6B-C904FA6A2C2A}" destId="{7A5807FC-9DDA-4ECE-BC6A-4D24BDCF9004}" srcOrd="2" destOrd="0" presId="urn:microsoft.com/office/officeart/2018/2/layout/IconVerticalSolidList"/>
    <dgm:cxn modelId="{D40A753D-7C52-834B-8EF3-EC8A577DCCB6}" type="presParOf" srcId="{9AC99811-5CDD-45CF-BA6B-C904FA6A2C2A}" destId="{C4EA50E5-DAEC-4705-A041-0AA13E10D61D}" srcOrd="3" destOrd="0" presId="urn:microsoft.com/office/officeart/2018/2/layout/IconVerticalSolidList"/>
    <dgm:cxn modelId="{8E7AE8CF-5F00-2341-988B-BB08ED928732}" type="presParOf" srcId="{9AC99811-5CDD-45CF-BA6B-C904FA6A2C2A}" destId="{AB0AB31A-33AD-4952-9795-1BBBE5240C06}" srcOrd="4" destOrd="0" presId="urn:microsoft.com/office/officeart/2018/2/layout/IconVerticalSolidList"/>
    <dgm:cxn modelId="{3FAAF815-F8D6-8246-AD10-B578DF37AD7F}" type="presParOf" srcId="{B576AEA6-3C6C-447B-837F-77C828F9E170}" destId="{288FA987-2E30-4C35-B9BE-5CA914008EF7}" srcOrd="1" destOrd="0" presId="urn:microsoft.com/office/officeart/2018/2/layout/IconVerticalSolidList"/>
    <dgm:cxn modelId="{9B3E17D9-694A-2C45-BD2B-157288E22C21}" type="presParOf" srcId="{B576AEA6-3C6C-447B-837F-77C828F9E170}" destId="{7F08E15B-DDF0-4FF6-9791-2E662A2176D9}" srcOrd="2" destOrd="0" presId="urn:microsoft.com/office/officeart/2018/2/layout/IconVerticalSolidList"/>
    <dgm:cxn modelId="{F1CBDBD5-5869-9641-9E6C-E0FC9306B4C8}" type="presParOf" srcId="{7F08E15B-DDF0-4FF6-9791-2E662A2176D9}" destId="{628E9B32-A212-476D-ABD3-E94F1F053629}" srcOrd="0" destOrd="0" presId="urn:microsoft.com/office/officeart/2018/2/layout/IconVerticalSolidList"/>
    <dgm:cxn modelId="{0680612B-F2C3-924B-B88D-D55EEE8F8B66}" type="presParOf" srcId="{7F08E15B-DDF0-4FF6-9791-2E662A2176D9}" destId="{58DAD0A0-B854-42F4-9774-EF573881B440}" srcOrd="1" destOrd="0" presId="urn:microsoft.com/office/officeart/2018/2/layout/IconVerticalSolidList"/>
    <dgm:cxn modelId="{E64D72D5-92DD-A644-AB82-56F0922B5A56}" type="presParOf" srcId="{7F08E15B-DDF0-4FF6-9791-2E662A2176D9}" destId="{FCCA6D2E-FD8A-4EA8-9929-648888B0609F}" srcOrd="2" destOrd="0" presId="urn:microsoft.com/office/officeart/2018/2/layout/IconVerticalSolidList"/>
    <dgm:cxn modelId="{6DFD9805-5F9A-7746-8357-0B7CE0BD6589}" type="presParOf" srcId="{7F08E15B-DDF0-4FF6-9791-2E662A2176D9}" destId="{266A7D1C-7BC6-487A-B7E5-676DAD6BBD86}" srcOrd="3" destOrd="0" presId="urn:microsoft.com/office/officeart/2018/2/layout/IconVerticalSolidList"/>
    <dgm:cxn modelId="{AD0F101C-76AC-FB43-A3FC-53E75AC91D01}" type="presParOf" srcId="{7F08E15B-DDF0-4FF6-9791-2E662A2176D9}" destId="{75DA8AF8-647A-47C4-AB69-7C70DE8D5931}" srcOrd="4" destOrd="0" presId="urn:microsoft.com/office/officeart/2018/2/layout/IconVerticalSolidList"/>
    <dgm:cxn modelId="{5141D34A-8DBC-FA45-AC9A-FB22C4EC489D}" type="presParOf" srcId="{B576AEA6-3C6C-447B-837F-77C828F9E170}" destId="{89D19A1C-FC58-4DFC-8F81-836F4EA01A43}" srcOrd="3" destOrd="0" presId="urn:microsoft.com/office/officeart/2018/2/layout/IconVerticalSolidList"/>
    <dgm:cxn modelId="{E1845519-2E98-EF41-A96B-735D4A1B41FE}" type="presParOf" srcId="{B576AEA6-3C6C-447B-837F-77C828F9E170}" destId="{CCDBD274-59EE-4371-99AC-522F2B4C91C4}" srcOrd="4" destOrd="0" presId="urn:microsoft.com/office/officeart/2018/2/layout/IconVerticalSolidList"/>
    <dgm:cxn modelId="{852F753A-890C-2241-A0D2-89B96BD7F20C}" type="presParOf" srcId="{CCDBD274-59EE-4371-99AC-522F2B4C91C4}" destId="{D39384F8-3A7A-4403-ADF6-03354C7DCBA0}" srcOrd="0" destOrd="0" presId="urn:microsoft.com/office/officeart/2018/2/layout/IconVerticalSolidList"/>
    <dgm:cxn modelId="{D6C12BA3-DDC3-124D-85F9-45758A91D534}" type="presParOf" srcId="{CCDBD274-59EE-4371-99AC-522F2B4C91C4}" destId="{C5DC3A80-3EA2-44CC-A8FC-9A6B46AB88A3}" srcOrd="1" destOrd="0" presId="urn:microsoft.com/office/officeart/2018/2/layout/IconVerticalSolidList"/>
    <dgm:cxn modelId="{F75E906A-DE96-C24A-9D2B-CA02027456AD}" type="presParOf" srcId="{CCDBD274-59EE-4371-99AC-522F2B4C91C4}" destId="{AB5B79B3-D03E-4AAE-A239-CB9161971A58}" srcOrd="2" destOrd="0" presId="urn:microsoft.com/office/officeart/2018/2/layout/IconVerticalSolidList"/>
    <dgm:cxn modelId="{F71250D1-A935-964C-A7E7-8C427E6688D4}" type="presParOf" srcId="{CCDBD274-59EE-4371-99AC-522F2B4C91C4}" destId="{7FD61008-258F-44D8-95DD-0B22E319B1A6}" srcOrd="3" destOrd="0" presId="urn:microsoft.com/office/officeart/2018/2/layout/IconVerticalSolidList"/>
    <dgm:cxn modelId="{BFA92424-7FF2-6849-BB4A-80975B3215BB}" type="presParOf" srcId="{CCDBD274-59EE-4371-99AC-522F2B4C91C4}" destId="{BB372F53-2E3D-4752-9AC7-C51EE2383BDB}" srcOrd="4" destOrd="0" presId="urn:microsoft.com/office/officeart/2018/2/layout/IconVerticalSolidList"/>
    <dgm:cxn modelId="{F0ECF164-4DCE-8F47-8121-893169D9F86F}" type="presParOf" srcId="{B576AEA6-3C6C-447B-837F-77C828F9E170}" destId="{41B87C64-20AA-4129-8F17-9FFD1770DD8F}" srcOrd="5" destOrd="0" presId="urn:microsoft.com/office/officeart/2018/2/layout/IconVerticalSolidList"/>
    <dgm:cxn modelId="{60D8F20D-0D1C-9441-A99A-D16AA19F1721}" type="presParOf" srcId="{B576AEA6-3C6C-447B-837F-77C828F9E170}" destId="{255F807F-102B-49E9-9B5D-E00BAE976BBC}" srcOrd="6" destOrd="0" presId="urn:microsoft.com/office/officeart/2018/2/layout/IconVerticalSolidList"/>
    <dgm:cxn modelId="{3CE7251A-AB8C-904E-8165-3374357B418B}" type="presParOf" srcId="{255F807F-102B-49E9-9B5D-E00BAE976BBC}" destId="{CB4DEB2B-3AE1-4835-93CE-BA0BF169802D}" srcOrd="0" destOrd="0" presId="urn:microsoft.com/office/officeart/2018/2/layout/IconVerticalSolidList"/>
    <dgm:cxn modelId="{04B5B258-2B30-6946-BB15-543ED342A484}" type="presParOf" srcId="{255F807F-102B-49E9-9B5D-E00BAE976BBC}" destId="{E690BF8B-9A6E-44B9-89A9-9D91EFE0D62B}" srcOrd="1" destOrd="0" presId="urn:microsoft.com/office/officeart/2018/2/layout/IconVerticalSolidList"/>
    <dgm:cxn modelId="{BBF6F24C-D38B-7B41-A8AB-EE27738D4E41}" type="presParOf" srcId="{255F807F-102B-49E9-9B5D-E00BAE976BBC}" destId="{87497B28-159B-42BB-8FB4-8092A6874F9A}" srcOrd="2" destOrd="0" presId="urn:microsoft.com/office/officeart/2018/2/layout/IconVerticalSolidList"/>
    <dgm:cxn modelId="{F007CCA7-9575-1943-B365-C933C890D240}" type="presParOf" srcId="{255F807F-102B-49E9-9B5D-E00BAE976BBC}" destId="{98E874EC-763C-4949-B74B-01AAAC88A2FC}" srcOrd="3" destOrd="0" presId="urn:microsoft.com/office/officeart/2018/2/layout/IconVerticalSolidList"/>
    <dgm:cxn modelId="{8DF9F801-5067-C344-B04B-CA93D94CC161}" type="presParOf" srcId="{255F807F-102B-49E9-9B5D-E00BAE976BBC}" destId="{BFFA937B-B5D7-4489-A439-1E1324740E7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71A3D-E5E4-FE4B-95F6-B1D1493B8BB8}">
      <dsp:nvSpPr>
        <dsp:cNvPr id="0" name=""/>
        <dsp:cNvSpPr/>
      </dsp:nvSpPr>
      <dsp:spPr>
        <a:xfrm>
          <a:off x="778116" y="62516"/>
          <a:ext cx="3182002" cy="122506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34290" rIns="11430" bIns="1143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900" kern="1200" dirty="0"/>
            <a:t>Extracting meaningful insights from diverse document formats spread across systems is a major challenge.</a:t>
          </a:r>
          <a:br>
            <a:rPr lang="en-IN" sz="900" kern="1200" dirty="0"/>
          </a:br>
          <a:r>
            <a:rPr lang="en-IN" sz="900" kern="1200" dirty="0"/>
            <a:t>Traditional search fails to understand </a:t>
          </a:r>
          <a:r>
            <a:rPr lang="en-IN" sz="900" b="1" kern="1200" dirty="0"/>
            <a:t>entity relationships</a:t>
          </a:r>
          <a:r>
            <a:rPr lang="en-IN" sz="900" kern="1200" dirty="0"/>
            <a:t> and provide </a:t>
          </a:r>
          <a:r>
            <a:rPr lang="en-IN" sz="900" b="1" kern="1200" dirty="0"/>
            <a:t>context-aware answers</a:t>
          </a:r>
          <a:r>
            <a:rPr lang="en-IN" sz="900" kern="1200" dirty="0"/>
            <a:t>.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900" b="1" kern="1200" dirty="0"/>
            <a:t>Diverse formats:</a:t>
          </a:r>
          <a:r>
            <a:rPr lang="en-IN" sz="900" kern="1200" dirty="0"/>
            <a:t> PDF, Excel, PowerPoint, Word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900" b="1" kern="1200" dirty="0"/>
            <a:t>No understanding:</a:t>
          </a:r>
          <a:r>
            <a:rPr lang="en-IN" sz="900" kern="1200" dirty="0"/>
            <a:t> Text is read, not understood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900" b="1" kern="1200" dirty="0"/>
            <a:t>Disconnected data:</a:t>
          </a:r>
          <a:r>
            <a:rPr lang="en-IN" sz="900" kern="1200" dirty="0"/>
            <a:t> No entity linking or relationships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900" b="1" kern="1200" dirty="0"/>
            <a:t>Weak context retention:</a:t>
          </a:r>
          <a:r>
            <a:rPr lang="en-IN" sz="900" kern="1200" dirty="0"/>
            <a:t> Missing context and depth</a:t>
          </a:r>
        </a:p>
      </dsp:txBody>
      <dsp:txXfrm>
        <a:off x="806821" y="91221"/>
        <a:ext cx="3124592" cy="1196364"/>
      </dsp:txXfrm>
    </dsp:sp>
    <dsp:sp modelId="{4D01AB79-C7EF-C74D-8C77-FD6542C6B15F}">
      <dsp:nvSpPr>
        <dsp:cNvPr id="0" name=""/>
        <dsp:cNvSpPr/>
      </dsp:nvSpPr>
      <dsp:spPr>
        <a:xfrm>
          <a:off x="1093067" y="1211992"/>
          <a:ext cx="2615779" cy="4550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Problem Statement</a:t>
          </a:r>
        </a:p>
      </dsp:txBody>
      <dsp:txXfrm>
        <a:off x="1093067" y="1211992"/>
        <a:ext cx="1842098" cy="455044"/>
      </dsp:txXfrm>
    </dsp:sp>
    <dsp:sp modelId="{C4DCD264-A08D-C14A-8FAE-4130CDAED3DD}">
      <dsp:nvSpPr>
        <dsp:cNvPr id="0" name=""/>
        <dsp:cNvSpPr/>
      </dsp:nvSpPr>
      <dsp:spPr>
        <a:xfrm>
          <a:off x="3054225" y="1316405"/>
          <a:ext cx="566461" cy="29312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1F1664-4646-2B4E-B0A5-CC720EE2E8AA}">
      <dsp:nvSpPr>
        <dsp:cNvPr id="0" name=""/>
        <dsp:cNvSpPr/>
      </dsp:nvSpPr>
      <dsp:spPr>
        <a:xfrm>
          <a:off x="4506801" y="88968"/>
          <a:ext cx="3377482" cy="122891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30480" rIns="10160" bIns="1016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800" b="1" kern="1200" dirty="0"/>
            <a:t>Build intelligent document analysis with seamless processing and contextual understanding.</a:t>
          </a:r>
          <a:endParaRPr lang="en-GB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800" b="1" kern="1200" dirty="0"/>
            <a:t>Multi-format support:</a:t>
          </a:r>
          <a:r>
            <a:rPr lang="en-IN" sz="800" kern="1200" dirty="0"/>
            <a:t> PDF, Excel, PowerPoint, Word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800" b="1" kern="1200" dirty="0"/>
            <a:t>Knowledge graphs:</a:t>
          </a:r>
          <a:r>
            <a:rPr lang="en-IN" sz="800" kern="1200" dirty="0"/>
            <a:t> Connect entities and relationships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800" b="1" kern="1200" dirty="0"/>
            <a:t>Contextual answers:</a:t>
          </a:r>
          <a:r>
            <a:rPr lang="en-IN" sz="800" kern="1200" dirty="0"/>
            <a:t> Deep, relevant responses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800" b="1" kern="1200" dirty="0"/>
            <a:t>Smart caching:</a:t>
          </a:r>
          <a:r>
            <a:rPr lang="en-IN" sz="800" kern="1200" dirty="0"/>
            <a:t> Fast retrieval mechanisms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800" b="1" kern="1200" dirty="0"/>
            <a:t>Scalable architecture:</a:t>
          </a:r>
          <a:r>
            <a:rPr lang="en-IN" sz="800" kern="1200" dirty="0"/>
            <a:t> Handle large repositories</a:t>
          </a:r>
        </a:p>
      </dsp:txBody>
      <dsp:txXfrm>
        <a:off x="4535596" y="117763"/>
        <a:ext cx="3319892" cy="1200120"/>
      </dsp:txXfrm>
    </dsp:sp>
    <dsp:sp modelId="{A6C70717-1280-654C-AD58-21FC2DD70243}">
      <dsp:nvSpPr>
        <dsp:cNvPr id="0" name=""/>
        <dsp:cNvSpPr/>
      </dsp:nvSpPr>
      <dsp:spPr>
        <a:xfrm>
          <a:off x="4832106" y="1198533"/>
          <a:ext cx="2849782" cy="4134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Objectives:</a:t>
          </a:r>
        </a:p>
      </dsp:txBody>
      <dsp:txXfrm>
        <a:off x="4832106" y="1198533"/>
        <a:ext cx="2006889" cy="413420"/>
      </dsp:txXfrm>
    </dsp:sp>
    <dsp:sp modelId="{97B230F7-CDBE-7A47-AF9C-80C4D4C65674}">
      <dsp:nvSpPr>
        <dsp:cNvPr id="0" name=""/>
        <dsp:cNvSpPr/>
      </dsp:nvSpPr>
      <dsp:spPr>
        <a:xfrm>
          <a:off x="7077463" y="1226609"/>
          <a:ext cx="407338" cy="39470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41A092-05DC-2B44-8C56-D482762913CC}">
      <dsp:nvSpPr>
        <dsp:cNvPr id="0" name=""/>
        <dsp:cNvSpPr/>
      </dsp:nvSpPr>
      <dsp:spPr>
        <a:xfrm>
          <a:off x="8490017" y="49401"/>
          <a:ext cx="3709751" cy="1375083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34290" rIns="11430" bIns="1143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900" b="1" kern="1200"/>
            <a:t>Advanced caching, hybrid RAG, and optimized processing for intelligent document analysis.</a:t>
          </a:r>
          <a:endParaRPr lang="en-GB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b="1" kern="1200" dirty="0"/>
            <a:t>MD5 fingerprinting:</a:t>
          </a:r>
          <a:r>
            <a:rPr lang="en-IN" sz="900" kern="1200" dirty="0"/>
            <a:t> Folder content hashing for cache validation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b="1" kern="1200" dirty="0"/>
            <a:t>Hybrid RAG:</a:t>
          </a:r>
          <a:r>
            <a:rPr lang="en-IN" sz="900" kern="1200" dirty="0"/>
            <a:t> FAISS vector + Neo4j graph similarity search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b="1" kern="1200" dirty="0"/>
            <a:t>Smart chunking:</a:t>
          </a:r>
          <a:r>
            <a:rPr lang="en-IN" sz="900" kern="1200" dirty="0"/>
            <a:t> 500-token recursive splitting with overlap optimization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b="1" kern="1200" dirty="0"/>
            <a:t>Batch processing:</a:t>
          </a:r>
          <a:r>
            <a:rPr lang="en-IN" sz="900" kern="1200" dirty="0"/>
            <a:t> 50-chunk embedding batches with </a:t>
          </a:r>
          <a:r>
            <a:rPr lang="en-IN" sz="900" kern="1200" dirty="0" err="1"/>
            <a:t>spaCy</a:t>
          </a:r>
          <a:r>
            <a:rPr lang="en-IN" sz="900" kern="1200" dirty="0"/>
            <a:t> NER extraction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b="1" kern="1200" dirty="0"/>
            <a:t>Real-time interface:</a:t>
          </a:r>
          <a:r>
            <a:rPr lang="en-IN" sz="900" kern="1200" dirty="0"/>
            <a:t> </a:t>
          </a:r>
          <a:r>
            <a:rPr lang="en-IN" sz="900" kern="1200" dirty="0" err="1"/>
            <a:t>Streamlit</a:t>
          </a:r>
          <a:r>
            <a:rPr lang="en-IN" sz="900" kern="1200" dirty="0"/>
            <a:t> UI with Cypher queries and pickle persistence</a:t>
          </a:r>
        </a:p>
      </dsp:txBody>
      <dsp:txXfrm>
        <a:off x="8522237" y="81621"/>
        <a:ext cx="3645311" cy="1342863"/>
      </dsp:txXfrm>
    </dsp:sp>
    <dsp:sp modelId="{58EC10C1-718B-5B47-A95D-7545869CDD73}">
      <dsp:nvSpPr>
        <dsp:cNvPr id="0" name=""/>
        <dsp:cNvSpPr/>
      </dsp:nvSpPr>
      <dsp:spPr>
        <a:xfrm>
          <a:off x="8955454" y="1393920"/>
          <a:ext cx="2689088" cy="419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Solution </a:t>
          </a:r>
        </a:p>
      </dsp:txBody>
      <dsp:txXfrm>
        <a:off x="8955454" y="1393920"/>
        <a:ext cx="1893724" cy="419771"/>
      </dsp:txXfrm>
    </dsp:sp>
    <dsp:sp modelId="{84376F7B-5682-D74B-BF73-A3478512B942}">
      <dsp:nvSpPr>
        <dsp:cNvPr id="0" name=""/>
        <dsp:cNvSpPr/>
      </dsp:nvSpPr>
      <dsp:spPr>
        <a:xfrm>
          <a:off x="11027481" y="1364487"/>
          <a:ext cx="574297" cy="449371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29BAF-2B0F-624C-A4CC-A0E0E2D92E09}">
      <dsp:nvSpPr>
        <dsp:cNvPr id="0" name=""/>
        <dsp:cNvSpPr/>
      </dsp:nvSpPr>
      <dsp:spPr>
        <a:xfrm>
          <a:off x="1226" y="115712"/>
          <a:ext cx="1880389" cy="96124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Step1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Document Extraction </a:t>
          </a:r>
          <a:r>
            <a:rPr lang="en-IN" sz="1200" b="0" i="0" kern="1200" dirty="0" err="1"/>
            <a:t>PyMuPDF</a:t>
          </a:r>
          <a:r>
            <a:rPr lang="en-IN" sz="1200" b="0" i="0" kern="1200" dirty="0"/>
            <a:t>, python-pptx, </a:t>
          </a:r>
          <a:r>
            <a:rPr lang="en-IN" sz="1200" b="0" i="0" kern="1200" dirty="0" err="1"/>
            <a:t>openpyxl</a:t>
          </a:r>
          <a:r>
            <a:rPr lang="en-IN" sz="1200" b="0" i="0" kern="1200" dirty="0"/>
            <a:t>, mammoth processors</a:t>
          </a:r>
          <a:endParaRPr lang="en-US" sz="1200" b="1" kern="1200" dirty="0"/>
        </a:p>
      </dsp:txBody>
      <dsp:txXfrm>
        <a:off x="1226" y="115712"/>
        <a:ext cx="1880389" cy="961245"/>
      </dsp:txXfrm>
    </dsp:sp>
    <dsp:sp modelId="{9BB301BB-8928-C641-B61D-5706F2F53662}">
      <dsp:nvSpPr>
        <dsp:cNvPr id="0" name=""/>
        <dsp:cNvSpPr/>
      </dsp:nvSpPr>
      <dsp:spPr>
        <a:xfrm>
          <a:off x="2085493" y="79509"/>
          <a:ext cx="2047365" cy="1033650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Step 2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Cache Fingerprinting:</a:t>
          </a:r>
          <a:r>
            <a:rPr lang="en-IN" sz="1200" b="0" i="0" kern="1200" dirty="0"/>
            <a:t>MD5 folder hash Validation &amp; pickle storage</a:t>
          </a:r>
          <a:endParaRPr lang="en-US" sz="1200" kern="1200" dirty="0"/>
        </a:p>
      </dsp:txBody>
      <dsp:txXfrm>
        <a:off x="2085493" y="79509"/>
        <a:ext cx="2047365" cy="1033650"/>
      </dsp:txXfrm>
    </dsp:sp>
    <dsp:sp modelId="{A3FE43C7-C233-1D4F-97B0-915630B25DA6}">
      <dsp:nvSpPr>
        <dsp:cNvPr id="0" name=""/>
        <dsp:cNvSpPr/>
      </dsp:nvSpPr>
      <dsp:spPr>
        <a:xfrm>
          <a:off x="522" y="1317038"/>
          <a:ext cx="1886404" cy="974138"/>
        </a:xfrm>
        <a:prstGeom prst="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Step 3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Vector + Graph </a:t>
          </a:r>
          <a:r>
            <a:rPr lang="en-IN" sz="1200" b="1" i="0" kern="1200" dirty="0" err="1"/>
            <a:t>Storage:</a:t>
          </a:r>
          <a:r>
            <a:rPr lang="en-IN" sz="1200" b="0" i="0" kern="1200" dirty="0" err="1"/>
            <a:t>FAISS</a:t>
          </a:r>
          <a:r>
            <a:rPr lang="en-IN" sz="1200" b="0" i="0" kern="1200" dirty="0"/>
            <a:t> embeddings + Neo4j entity relationships</a:t>
          </a:r>
          <a:endParaRPr lang="en-US" sz="1200" kern="1200" dirty="0"/>
        </a:p>
      </dsp:txBody>
      <dsp:txXfrm>
        <a:off x="522" y="1317038"/>
        <a:ext cx="1886404" cy="974138"/>
      </dsp:txXfrm>
    </dsp:sp>
    <dsp:sp modelId="{74CA8587-5FAC-194C-86BD-FB6F4A7DF6CC}">
      <dsp:nvSpPr>
        <dsp:cNvPr id="0" name=""/>
        <dsp:cNvSpPr/>
      </dsp:nvSpPr>
      <dsp:spPr>
        <a:xfrm>
          <a:off x="2090805" y="1317038"/>
          <a:ext cx="2042758" cy="974138"/>
        </a:xfrm>
        <a:prstGeom prst="rect">
          <a:avLst/>
        </a:prstGeom>
        <a:solidFill>
          <a:schemeClr val="accent2">
            <a:hueOff val="4832709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Step 4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Hybrid </a:t>
          </a:r>
          <a:r>
            <a:rPr lang="en-IN" sz="1200" b="1" i="0" kern="1200" dirty="0" err="1"/>
            <a:t>Retrieval:</a:t>
          </a:r>
          <a:r>
            <a:rPr lang="en-IN" sz="1200" b="0" i="0" kern="1200" dirty="0" err="1"/>
            <a:t>Vector</a:t>
          </a:r>
          <a:r>
            <a:rPr lang="en-IN" sz="1200" b="0" i="0" kern="1200" dirty="0"/>
            <a:t> similarity + graph context merge</a:t>
          </a:r>
          <a:endParaRPr lang="en-US" sz="1200" kern="1200" dirty="0"/>
        </a:p>
      </dsp:txBody>
      <dsp:txXfrm>
        <a:off x="2090805" y="1317038"/>
        <a:ext cx="2042758" cy="974138"/>
      </dsp:txXfrm>
    </dsp:sp>
    <dsp:sp modelId="{2CD6639A-8858-4444-8100-35326034C1E9}">
      <dsp:nvSpPr>
        <dsp:cNvPr id="0" name=""/>
        <dsp:cNvSpPr/>
      </dsp:nvSpPr>
      <dsp:spPr>
        <a:xfrm>
          <a:off x="1113912" y="2424264"/>
          <a:ext cx="1875802" cy="970383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Step5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 err="1"/>
            <a:t>LLMResponse</a:t>
          </a:r>
          <a:r>
            <a:rPr lang="en-IN" sz="1200" b="1" i="0" kern="1200" dirty="0"/>
            <a:t>: </a:t>
          </a:r>
          <a:r>
            <a:rPr lang="en-IN" sz="1200" b="0" i="0" kern="1200" dirty="0"/>
            <a:t>OpenAI/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 err="1"/>
            <a:t>Groq</a:t>
          </a:r>
          <a:r>
            <a:rPr lang="en-IN" sz="1200" b="0" i="0" kern="1200" dirty="0"/>
            <a:t> with source citations</a:t>
          </a:r>
          <a:endParaRPr lang="en-US" sz="1200" kern="1200" dirty="0"/>
        </a:p>
      </dsp:txBody>
      <dsp:txXfrm>
        <a:off x="1113912" y="2424264"/>
        <a:ext cx="1875802" cy="9703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49A37D-C04E-4526-B272-CB67D80083A5}">
      <dsp:nvSpPr>
        <dsp:cNvPr id="0" name=""/>
        <dsp:cNvSpPr/>
      </dsp:nvSpPr>
      <dsp:spPr>
        <a:xfrm>
          <a:off x="0" y="104168"/>
          <a:ext cx="3222535" cy="7282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6C2F6C-60FF-40A3-9D1F-DCA4606007E5}">
      <dsp:nvSpPr>
        <dsp:cNvPr id="0" name=""/>
        <dsp:cNvSpPr/>
      </dsp:nvSpPr>
      <dsp:spPr>
        <a:xfrm>
          <a:off x="220281" y="188028"/>
          <a:ext cx="400511" cy="4005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EA50E5-DAEC-4705-A041-0AA13E10D61D}">
      <dsp:nvSpPr>
        <dsp:cNvPr id="0" name=""/>
        <dsp:cNvSpPr/>
      </dsp:nvSpPr>
      <dsp:spPr>
        <a:xfrm>
          <a:off x="999986" y="52365"/>
          <a:ext cx="661875" cy="61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704" tIns="70704" rIns="70704" bIns="7070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AI&amp; ML</a:t>
          </a:r>
        </a:p>
      </dsp:txBody>
      <dsp:txXfrm>
        <a:off x="999986" y="52365"/>
        <a:ext cx="661875" cy="611703"/>
      </dsp:txXfrm>
    </dsp:sp>
    <dsp:sp modelId="{AB0AB31A-33AD-4952-9795-1BBBE5240C06}">
      <dsp:nvSpPr>
        <dsp:cNvPr id="0" name=""/>
        <dsp:cNvSpPr/>
      </dsp:nvSpPr>
      <dsp:spPr>
        <a:xfrm>
          <a:off x="1857347" y="119704"/>
          <a:ext cx="1043635" cy="761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8" tIns="77068" rIns="77068" bIns="7706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Lang Chain, Hugging face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Spacy NLP, </a:t>
          </a:r>
          <a:r>
            <a:rPr lang="en-GB" sz="1100" kern="1200" dirty="0" err="1"/>
            <a:t>Faiss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100" kern="1200"/>
        </a:p>
      </dsp:txBody>
      <dsp:txXfrm>
        <a:off x="1857347" y="119704"/>
        <a:ext cx="1043635" cy="761444"/>
      </dsp:txXfrm>
    </dsp:sp>
    <dsp:sp modelId="{628E9B32-A212-476D-ABD3-E94F1F053629}">
      <dsp:nvSpPr>
        <dsp:cNvPr id="0" name=""/>
        <dsp:cNvSpPr/>
      </dsp:nvSpPr>
      <dsp:spPr>
        <a:xfrm>
          <a:off x="0" y="911959"/>
          <a:ext cx="3222535" cy="7282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DAD0A0-B854-42F4-9774-EF573881B440}">
      <dsp:nvSpPr>
        <dsp:cNvPr id="0" name=""/>
        <dsp:cNvSpPr/>
      </dsp:nvSpPr>
      <dsp:spPr>
        <a:xfrm>
          <a:off x="220281" y="1131760"/>
          <a:ext cx="400511" cy="4005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A7D1C-7BC6-487A-B7E5-676DAD6BBD86}">
      <dsp:nvSpPr>
        <dsp:cNvPr id="0" name=""/>
        <dsp:cNvSpPr/>
      </dsp:nvSpPr>
      <dsp:spPr>
        <a:xfrm>
          <a:off x="980486" y="967914"/>
          <a:ext cx="794655" cy="728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8" tIns="77068" rIns="77068" bIns="7706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Database</a:t>
          </a:r>
        </a:p>
      </dsp:txBody>
      <dsp:txXfrm>
        <a:off x="980486" y="967914"/>
        <a:ext cx="794655" cy="728202"/>
      </dsp:txXfrm>
    </dsp:sp>
    <dsp:sp modelId="{75DA8AF8-647A-47C4-AB69-7C70DE8D5931}">
      <dsp:nvSpPr>
        <dsp:cNvPr id="0" name=""/>
        <dsp:cNvSpPr/>
      </dsp:nvSpPr>
      <dsp:spPr>
        <a:xfrm>
          <a:off x="1876837" y="951056"/>
          <a:ext cx="1005109" cy="761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8" tIns="77068" rIns="77068" bIns="7706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 dirty="0"/>
            <a:t>Neo4j, Vector Store, FAISS Index, Pickle Cache</a:t>
          </a:r>
          <a:endParaRPr lang="en-GB" sz="1100" kern="1200" dirty="0"/>
        </a:p>
      </dsp:txBody>
      <dsp:txXfrm>
        <a:off x="1876837" y="951056"/>
        <a:ext cx="1005109" cy="761918"/>
      </dsp:txXfrm>
    </dsp:sp>
    <dsp:sp modelId="{D39384F8-3A7A-4403-ADF6-03354C7DCBA0}">
      <dsp:nvSpPr>
        <dsp:cNvPr id="0" name=""/>
        <dsp:cNvSpPr/>
      </dsp:nvSpPr>
      <dsp:spPr>
        <a:xfrm>
          <a:off x="0" y="1886119"/>
          <a:ext cx="3222535" cy="7282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DC3A80-3EA2-44CC-A8FC-9A6B46AB88A3}">
      <dsp:nvSpPr>
        <dsp:cNvPr id="0" name=""/>
        <dsp:cNvSpPr/>
      </dsp:nvSpPr>
      <dsp:spPr>
        <a:xfrm>
          <a:off x="220281" y="2058870"/>
          <a:ext cx="400511" cy="4005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61008-258F-44D8-95DD-0B22E319B1A6}">
      <dsp:nvSpPr>
        <dsp:cNvPr id="0" name=""/>
        <dsp:cNvSpPr/>
      </dsp:nvSpPr>
      <dsp:spPr>
        <a:xfrm>
          <a:off x="890115" y="1895025"/>
          <a:ext cx="1246255" cy="728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8" tIns="77068" rIns="77068" bIns="7706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Document processing</a:t>
          </a:r>
        </a:p>
      </dsp:txBody>
      <dsp:txXfrm>
        <a:off x="890115" y="1895025"/>
        <a:ext cx="1246255" cy="728202"/>
      </dsp:txXfrm>
    </dsp:sp>
    <dsp:sp modelId="{BB372F53-2E3D-4752-9AC7-C51EE2383BDB}">
      <dsp:nvSpPr>
        <dsp:cNvPr id="0" name=""/>
        <dsp:cNvSpPr/>
      </dsp:nvSpPr>
      <dsp:spPr>
        <a:xfrm>
          <a:off x="1980590" y="1811092"/>
          <a:ext cx="1039237" cy="728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8" tIns="77068" rIns="77068" bIns="7706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 dirty="0" err="1"/>
            <a:t>PyMuPDF</a:t>
          </a:r>
          <a:r>
            <a:rPr lang="en-IN" sz="1100" b="0" i="0" kern="1200" dirty="0"/>
            <a:t>, python-pptx, </a:t>
          </a:r>
          <a:r>
            <a:rPr lang="en-IN" sz="1100" b="0" i="0" kern="1200" dirty="0" err="1"/>
            <a:t>openpyxl</a:t>
          </a:r>
          <a:r>
            <a:rPr lang="en-IN" sz="1100" b="0" i="0" kern="1200" dirty="0"/>
            <a:t>, python-docx, mammoth</a:t>
          </a:r>
          <a:endParaRPr lang="en-GB" sz="1100" kern="1200" dirty="0"/>
        </a:p>
      </dsp:txBody>
      <dsp:txXfrm>
        <a:off x="1980590" y="1811092"/>
        <a:ext cx="1039237" cy="728202"/>
      </dsp:txXfrm>
    </dsp:sp>
    <dsp:sp modelId="{CB4DEB2B-3AE1-4835-93CE-BA0BF169802D}">
      <dsp:nvSpPr>
        <dsp:cNvPr id="0" name=""/>
        <dsp:cNvSpPr/>
      </dsp:nvSpPr>
      <dsp:spPr>
        <a:xfrm>
          <a:off x="0" y="2805278"/>
          <a:ext cx="3222535" cy="7282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90BF8B-9A6E-44B9-89A9-9D91EFE0D62B}">
      <dsp:nvSpPr>
        <dsp:cNvPr id="0" name=""/>
        <dsp:cNvSpPr/>
      </dsp:nvSpPr>
      <dsp:spPr>
        <a:xfrm>
          <a:off x="220281" y="2969123"/>
          <a:ext cx="400511" cy="40051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874EC-763C-4949-B74B-01AAAC88A2FC}">
      <dsp:nvSpPr>
        <dsp:cNvPr id="0" name=""/>
        <dsp:cNvSpPr/>
      </dsp:nvSpPr>
      <dsp:spPr>
        <a:xfrm>
          <a:off x="959348" y="2805278"/>
          <a:ext cx="915948" cy="728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8" tIns="77068" rIns="77068" bIns="7706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Web &amp; UI</a:t>
          </a:r>
        </a:p>
      </dsp:txBody>
      <dsp:txXfrm>
        <a:off x="959348" y="2805278"/>
        <a:ext cx="915948" cy="728202"/>
      </dsp:txXfrm>
    </dsp:sp>
    <dsp:sp modelId="{BFFA937B-B5D7-4489-A439-1E1324740E70}">
      <dsp:nvSpPr>
        <dsp:cNvPr id="0" name=""/>
        <dsp:cNvSpPr/>
      </dsp:nvSpPr>
      <dsp:spPr>
        <a:xfrm>
          <a:off x="1993573" y="2805278"/>
          <a:ext cx="929675" cy="728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8" tIns="77068" rIns="77068" bIns="7706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 dirty="0" err="1"/>
            <a:t>Streamlit</a:t>
          </a:r>
          <a:r>
            <a:rPr lang="en-IN" sz="1100" b="0" i="0" kern="1200" dirty="0"/>
            <a:t>, Python, Pandas, </a:t>
          </a:r>
          <a:r>
            <a:rPr lang="en-IN" sz="1100" b="0" i="0" kern="1200" dirty="0" err="1"/>
            <a:t>Groq</a:t>
          </a:r>
          <a:r>
            <a:rPr lang="en-IN" sz="1100" b="0" i="0" kern="1200" dirty="0"/>
            <a:t> API</a:t>
          </a:r>
          <a:endParaRPr lang="en-GB" sz="1100" kern="1200" dirty="0"/>
        </a:p>
      </dsp:txBody>
      <dsp:txXfrm>
        <a:off x="1993573" y="2805278"/>
        <a:ext cx="929675" cy="7282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71A3D-E5E4-FE4B-95F6-B1D1493B8BB8}">
      <dsp:nvSpPr>
        <dsp:cNvPr id="0" name=""/>
        <dsp:cNvSpPr/>
      </dsp:nvSpPr>
      <dsp:spPr>
        <a:xfrm>
          <a:off x="1343624" y="59978"/>
          <a:ext cx="2753177" cy="1292394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34290" rIns="11430" bIns="1143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900" kern="1200" dirty="0"/>
            <a:t>Extracting meaningful insights from diverse document formats spread across systems is a major challenge.</a:t>
          </a:r>
          <a:br>
            <a:rPr lang="en-IN" sz="900" kern="1200" dirty="0"/>
          </a:br>
          <a:r>
            <a:rPr lang="en-IN" sz="900" kern="1200" dirty="0"/>
            <a:t>Traditional search fails to understand </a:t>
          </a:r>
          <a:r>
            <a:rPr lang="en-IN" sz="900" b="1" kern="1200" dirty="0"/>
            <a:t>entity relationships</a:t>
          </a:r>
          <a:r>
            <a:rPr lang="en-IN" sz="900" kern="1200" dirty="0"/>
            <a:t> and provide </a:t>
          </a:r>
          <a:r>
            <a:rPr lang="en-IN" sz="900" b="1" kern="1200" dirty="0"/>
            <a:t>context-aware answers</a:t>
          </a:r>
          <a:r>
            <a:rPr lang="en-IN" sz="900" kern="1200" dirty="0"/>
            <a:t>.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900" b="1" kern="1200" dirty="0"/>
            <a:t>Diverse formats:</a:t>
          </a:r>
          <a:r>
            <a:rPr lang="en-IN" sz="900" kern="1200" dirty="0"/>
            <a:t> PDF, Excel, PowerPoint, Word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900" b="1" kern="1200" dirty="0"/>
            <a:t>No understanding:</a:t>
          </a:r>
          <a:r>
            <a:rPr lang="en-IN" sz="900" kern="1200" dirty="0"/>
            <a:t> Text is read, not understood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900" b="1" kern="1200" dirty="0"/>
            <a:t>Disconnected data:</a:t>
          </a:r>
          <a:r>
            <a:rPr lang="en-IN" sz="900" kern="1200" dirty="0"/>
            <a:t> No entity linking or relationships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900" b="1" kern="1200" dirty="0"/>
            <a:t>Weak context retention:</a:t>
          </a:r>
          <a:r>
            <a:rPr lang="en-IN" sz="900" kern="1200" dirty="0"/>
            <a:t> Missing context and depth</a:t>
          </a:r>
        </a:p>
      </dsp:txBody>
      <dsp:txXfrm>
        <a:off x="1373906" y="90260"/>
        <a:ext cx="2692613" cy="1262112"/>
      </dsp:txXfrm>
    </dsp:sp>
    <dsp:sp modelId="{4D01AB79-C7EF-C74D-8C77-FD6542C6B15F}">
      <dsp:nvSpPr>
        <dsp:cNvPr id="0" name=""/>
        <dsp:cNvSpPr/>
      </dsp:nvSpPr>
      <dsp:spPr>
        <a:xfrm>
          <a:off x="1482321" y="1420756"/>
          <a:ext cx="2462999" cy="4800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0" rIns="2159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Problem Statement</a:t>
          </a:r>
        </a:p>
      </dsp:txBody>
      <dsp:txXfrm>
        <a:off x="1482321" y="1420756"/>
        <a:ext cx="1734506" cy="480052"/>
      </dsp:txXfrm>
    </dsp:sp>
    <dsp:sp modelId="{C4DCD264-A08D-C14A-8FAE-4130CDAED3DD}">
      <dsp:nvSpPr>
        <dsp:cNvPr id="0" name=""/>
        <dsp:cNvSpPr/>
      </dsp:nvSpPr>
      <dsp:spPr>
        <a:xfrm>
          <a:off x="3244240" y="1458688"/>
          <a:ext cx="597592" cy="30923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1F1664-4646-2B4E-B0A5-CC720EE2E8AA}">
      <dsp:nvSpPr>
        <dsp:cNvPr id="0" name=""/>
        <dsp:cNvSpPr/>
      </dsp:nvSpPr>
      <dsp:spPr>
        <a:xfrm>
          <a:off x="4206009" y="20351"/>
          <a:ext cx="2387989" cy="1296452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30480" rIns="10160" bIns="1016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800" b="1" kern="1200" dirty="0"/>
            <a:t>Build intelligent document analysis with seamless processing and contextual understanding.</a:t>
          </a:r>
          <a:endParaRPr lang="en-GB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800" b="1" kern="1200" dirty="0"/>
            <a:t>Multi-format support:</a:t>
          </a:r>
          <a:r>
            <a:rPr lang="en-IN" sz="800" kern="1200" dirty="0"/>
            <a:t> PDF, Excel, PowerPoint, Word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800" b="1" kern="1200" dirty="0"/>
            <a:t>Knowledge graphs:</a:t>
          </a:r>
          <a:r>
            <a:rPr lang="en-IN" sz="800" kern="1200" dirty="0"/>
            <a:t> Connect entities and relationships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800" b="1" kern="1200" dirty="0"/>
            <a:t>Contextual answers:</a:t>
          </a:r>
          <a:r>
            <a:rPr lang="en-IN" sz="800" kern="1200" dirty="0"/>
            <a:t> Deep, relevant responses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800" b="1" kern="1200" dirty="0"/>
            <a:t>Smart caching:</a:t>
          </a:r>
          <a:r>
            <a:rPr lang="en-IN" sz="800" kern="1200" dirty="0"/>
            <a:t> Fast retrieval mechanisms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800" b="1" kern="1200" dirty="0"/>
            <a:t>Scalable architecture:</a:t>
          </a:r>
          <a:r>
            <a:rPr lang="en-IN" sz="800" kern="1200" dirty="0"/>
            <a:t> Handle large repositories</a:t>
          </a:r>
        </a:p>
      </dsp:txBody>
      <dsp:txXfrm>
        <a:off x="4236386" y="50728"/>
        <a:ext cx="2327235" cy="1266075"/>
      </dsp:txXfrm>
    </dsp:sp>
    <dsp:sp modelId="{A6C70717-1280-654C-AD58-21FC2DD70243}">
      <dsp:nvSpPr>
        <dsp:cNvPr id="0" name=""/>
        <dsp:cNvSpPr/>
      </dsp:nvSpPr>
      <dsp:spPr>
        <a:xfrm>
          <a:off x="4264894" y="1437790"/>
          <a:ext cx="2192934" cy="3972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0" rIns="2159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Objectives:</a:t>
          </a:r>
        </a:p>
      </dsp:txBody>
      <dsp:txXfrm>
        <a:off x="4264894" y="1437790"/>
        <a:ext cx="1544319" cy="397217"/>
      </dsp:txXfrm>
    </dsp:sp>
    <dsp:sp modelId="{97B230F7-CDBE-7A47-AF9C-80C4D4C65674}">
      <dsp:nvSpPr>
        <dsp:cNvPr id="0" name=""/>
        <dsp:cNvSpPr/>
      </dsp:nvSpPr>
      <dsp:spPr>
        <a:xfrm>
          <a:off x="5894668" y="1399712"/>
          <a:ext cx="429724" cy="416393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41A092-05DC-2B44-8C56-D482762913CC}">
      <dsp:nvSpPr>
        <dsp:cNvPr id="0" name=""/>
        <dsp:cNvSpPr/>
      </dsp:nvSpPr>
      <dsp:spPr>
        <a:xfrm>
          <a:off x="6725350" y="32186"/>
          <a:ext cx="2871259" cy="118946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26670" rIns="8890" bIns="8890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700" b="1" kern="1200"/>
            <a:t>Advanced caching, hybrid RAG, and optimized processing for intelligent document analysis.</a:t>
          </a:r>
          <a:endParaRPr lang="en-GB" sz="700" kern="120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700" b="1" kern="1200" dirty="0"/>
            <a:t>MD5 fingerprinting:</a:t>
          </a:r>
          <a:r>
            <a:rPr lang="en-IN" sz="700" kern="1200" dirty="0"/>
            <a:t> Folder content hashing for cache validation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700" b="1" kern="1200" dirty="0"/>
            <a:t>Hybrid RAG:</a:t>
          </a:r>
          <a:r>
            <a:rPr lang="en-IN" sz="700" kern="1200" dirty="0"/>
            <a:t> FAISS vector + Neo4j graph similarity search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700" b="1" kern="1200" dirty="0"/>
            <a:t>Smart chunking:</a:t>
          </a:r>
          <a:r>
            <a:rPr lang="en-IN" sz="700" kern="1200" dirty="0"/>
            <a:t> 500-token recursive splitting with overlap optimization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700" b="1" kern="1200" dirty="0"/>
            <a:t>Batch processing:</a:t>
          </a:r>
          <a:r>
            <a:rPr lang="en-IN" sz="700" kern="1200" dirty="0"/>
            <a:t> 50-chunk embedding batches with </a:t>
          </a:r>
          <a:r>
            <a:rPr lang="en-IN" sz="700" kern="1200" dirty="0" err="1"/>
            <a:t>spaCy</a:t>
          </a:r>
          <a:r>
            <a:rPr lang="en-IN" sz="700" kern="1200" dirty="0"/>
            <a:t> NER extraction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700" b="1" kern="1200" dirty="0"/>
            <a:t>Real-time interface:</a:t>
          </a:r>
          <a:r>
            <a:rPr lang="en-IN" sz="700" kern="1200" dirty="0"/>
            <a:t> </a:t>
          </a:r>
          <a:r>
            <a:rPr lang="en-IN" sz="700" kern="1200" dirty="0" err="1"/>
            <a:t>Streamlit</a:t>
          </a:r>
          <a:r>
            <a:rPr lang="en-IN" sz="700" kern="1200" dirty="0"/>
            <a:t> UI with Cypher queries and pickle persistence</a:t>
          </a:r>
        </a:p>
      </dsp:txBody>
      <dsp:txXfrm>
        <a:off x="6753221" y="60057"/>
        <a:ext cx="2815517" cy="1161598"/>
      </dsp:txXfrm>
    </dsp:sp>
    <dsp:sp modelId="{58EC10C1-718B-5B47-A95D-7545869CDD73}">
      <dsp:nvSpPr>
        <dsp:cNvPr id="0" name=""/>
        <dsp:cNvSpPr/>
      </dsp:nvSpPr>
      <dsp:spPr>
        <a:xfrm>
          <a:off x="6817528" y="1393967"/>
          <a:ext cx="2490093" cy="4428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0" rIns="2159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Solution </a:t>
          </a:r>
        </a:p>
      </dsp:txBody>
      <dsp:txXfrm>
        <a:off x="6817528" y="1393967"/>
        <a:ext cx="1753586" cy="442841"/>
      </dsp:txXfrm>
    </dsp:sp>
    <dsp:sp modelId="{84376F7B-5682-D74B-BF73-A3478512B942}">
      <dsp:nvSpPr>
        <dsp:cNvPr id="0" name=""/>
        <dsp:cNvSpPr/>
      </dsp:nvSpPr>
      <dsp:spPr>
        <a:xfrm>
          <a:off x="8376292" y="1419626"/>
          <a:ext cx="605859" cy="474067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29BAF-2B0F-624C-A4CC-A0E0E2D92E09}">
      <dsp:nvSpPr>
        <dsp:cNvPr id="0" name=""/>
        <dsp:cNvSpPr/>
      </dsp:nvSpPr>
      <dsp:spPr>
        <a:xfrm>
          <a:off x="1226" y="115712"/>
          <a:ext cx="1880389" cy="96124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Step1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Document Extraction </a:t>
          </a:r>
          <a:r>
            <a:rPr lang="en-IN" sz="1200" b="0" i="0" kern="1200" dirty="0" err="1"/>
            <a:t>PyMuPDF</a:t>
          </a:r>
          <a:r>
            <a:rPr lang="en-IN" sz="1200" b="0" i="0" kern="1200" dirty="0"/>
            <a:t>, python-pptx, </a:t>
          </a:r>
          <a:r>
            <a:rPr lang="en-IN" sz="1200" b="0" i="0" kern="1200" dirty="0" err="1"/>
            <a:t>openpyxl</a:t>
          </a:r>
          <a:r>
            <a:rPr lang="en-IN" sz="1200" b="0" i="0" kern="1200" dirty="0"/>
            <a:t>, mammoth processors</a:t>
          </a:r>
          <a:endParaRPr lang="en-US" sz="1200" b="1" kern="1200" dirty="0"/>
        </a:p>
      </dsp:txBody>
      <dsp:txXfrm>
        <a:off x="1226" y="115712"/>
        <a:ext cx="1880389" cy="961245"/>
      </dsp:txXfrm>
    </dsp:sp>
    <dsp:sp modelId="{9BB301BB-8928-C641-B61D-5706F2F53662}">
      <dsp:nvSpPr>
        <dsp:cNvPr id="0" name=""/>
        <dsp:cNvSpPr/>
      </dsp:nvSpPr>
      <dsp:spPr>
        <a:xfrm>
          <a:off x="2085493" y="79509"/>
          <a:ext cx="2047365" cy="1033650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Step 2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Cache Fingerprinting:</a:t>
          </a:r>
          <a:r>
            <a:rPr lang="en-IN" sz="1200" b="0" i="0" kern="1200" dirty="0"/>
            <a:t>MD5 folder hash Validation &amp; pickle storage</a:t>
          </a:r>
          <a:endParaRPr lang="en-US" sz="1200" kern="1200" dirty="0"/>
        </a:p>
      </dsp:txBody>
      <dsp:txXfrm>
        <a:off x="2085493" y="79509"/>
        <a:ext cx="2047365" cy="1033650"/>
      </dsp:txXfrm>
    </dsp:sp>
    <dsp:sp modelId="{A3FE43C7-C233-1D4F-97B0-915630B25DA6}">
      <dsp:nvSpPr>
        <dsp:cNvPr id="0" name=""/>
        <dsp:cNvSpPr/>
      </dsp:nvSpPr>
      <dsp:spPr>
        <a:xfrm>
          <a:off x="522" y="1317038"/>
          <a:ext cx="1886404" cy="974138"/>
        </a:xfrm>
        <a:prstGeom prst="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Step 3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Vector + Graph </a:t>
          </a:r>
          <a:r>
            <a:rPr lang="en-IN" sz="1200" b="1" i="0" kern="1200" dirty="0" err="1"/>
            <a:t>Storage:</a:t>
          </a:r>
          <a:r>
            <a:rPr lang="en-IN" sz="1200" b="0" i="0" kern="1200" dirty="0" err="1"/>
            <a:t>FAISS</a:t>
          </a:r>
          <a:r>
            <a:rPr lang="en-IN" sz="1200" b="0" i="0" kern="1200" dirty="0"/>
            <a:t> embeddings + Neo4j entity relationships</a:t>
          </a:r>
          <a:endParaRPr lang="en-US" sz="1200" kern="1200" dirty="0"/>
        </a:p>
      </dsp:txBody>
      <dsp:txXfrm>
        <a:off x="522" y="1317038"/>
        <a:ext cx="1886404" cy="974138"/>
      </dsp:txXfrm>
    </dsp:sp>
    <dsp:sp modelId="{74CA8587-5FAC-194C-86BD-FB6F4A7DF6CC}">
      <dsp:nvSpPr>
        <dsp:cNvPr id="0" name=""/>
        <dsp:cNvSpPr/>
      </dsp:nvSpPr>
      <dsp:spPr>
        <a:xfrm>
          <a:off x="2090805" y="1317038"/>
          <a:ext cx="2042758" cy="974138"/>
        </a:xfrm>
        <a:prstGeom prst="rect">
          <a:avLst/>
        </a:prstGeom>
        <a:solidFill>
          <a:schemeClr val="accent2">
            <a:hueOff val="4832709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Step 4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Hybrid </a:t>
          </a:r>
          <a:r>
            <a:rPr lang="en-IN" sz="1200" b="1" i="0" kern="1200" dirty="0" err="1"/>
            <a:t>Retrieval:</a:t>
          </a:r>
          <a:r>
            <a:rPr lang="en-IN" sz="1200" b="0" i="0" kern="1200" dirty="0" err="1"/>
            <a:t>Vector</a:t>
          </a:r>
          <a:r>
            <a:rPr lang="en-IN" sz="1200" b="0" i="0" kern="1200" dirty="0"/>
            <a:t> similarity + graph context merge</a:t>
          </a:r>
          <a:endParaRPr lang="en-US" sz="1200" kern="1200" dirty="0"/>
        </a:p>
      </dsp:txBody>
      <dsp:txXfrm>
        <a:off x="2090805" y="1317038"/>
        <a:ext cx="2042758" cy="974138"/>
      </dsp:txXfrm>
    </dsp:sp>
    <dsp:sp modelId="{2CD6639A-8858-4444-8100-35326034C1E9}">
      <dsp:nvSpPr>
        <dsp:cNvPr id="0" name=""/>
        <dsp:cNvSpPr/>
      </dsp:nvSpPr>
      <dsp:spPr>
        <a:xfrm>
          <a:off x="1113912" y="2424264"/>
          <a:ext cx="1875802" cy="970383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Step5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 err="1"/>
            <a:t>LLMResponse</a:t>
          </a:r>
          <a:r>
            <a:rPr lang="en-IN" sz="1200" b="1" i="0" kern="1200" dirty="0"/>
            <a:t>: </a:t>
          </a:r>
          <a:r>
            <a:rPr lang="en-IN" sz="1200" b="0" i="0" kern="1200" dirty="0"/>
            <a:t>OpenAI/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 err="1"/>
            <a:t>Groq</a:t>
          </a:r>
          <a:r>
            <a:rPr lang="en-IN" sz="1200" b="0" i="0" kern="1200" dirty="0"/>
            <a:t> with source citations</a:t>
          </a:r>
          <a:endParaRPr lang="en-US" sz="1200" kern="1200" dirty="0"/>
        </a:p>
      </dsp:txBody>
      <dsp:txXfrm>
        <a:off x="1113912" y="2424264"/>
        <a:ext cx="1875802" cy="9703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49A37D-C04E-4526-B272-CB67D80083A5}">
      <dsp:nvSpPr>
        <dsp:cNvPr id="0" name=""/>
        <dsp:cNvSpPr/>
      </dsp:nvSpPr>
      <dsp:spPr>
        <a:xfrm>
          <a:off x="0" y="104168"/>
          <a:ext cx="3222535" cy="7282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6C2F6C-60FF-40A3-9D1F-DCA4606007E5}">
      <dsp:nvSpPr>
        <dsp:cNvPr id="0" name=""/>
        <dsp:cNvSpPr/>
      </dsp:nvSpPr>
      <dsp:spPr>
        <a:xfrm>
          <a:off x="220281" y="188028"/>
          <a:ext cx="400511" cy="4005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EA50E5-DAEC-4705-A041-0AA13E10D61D}">
      <dsp:nvSpPr>
        <dsp:cNvPr id="0" name=""/>
        <dsp:cNvSpPr/>
      </dsp:nvSpPr>
      <dsp:spPr>
        <a:xfrm>
          <a:off x="999986" y="52365"/>
          <a:ext cx="661875" cy="61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704" tIns="70704" rIns="70704" bIns="7070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AI&amp; ML</a:t>
          </a:r>
        </a:p>
      </dsp:txBody>
      <dsp:txXfrm>
        <a:off x="999986" y="52365"/>
        <a:ext cx="661875" cy="611703"/>
      </dsp:txXfrm>
    </dsp:sp>
    <dsp:sp modelId="{AB0AB31A-33AD-4952-9795-1BBBE5240C06}">
      <dsp:nvSpPr>
        <dsp:cNvPr id="0" name=""/>
        <dsp:cNvSpPr/>
      </dsp:nvSpPr>
      <dsp:spPr>
        <a:xfrm>
          <a:off x="1857347" y="119704"/>
          <a:ext cx="1043635" cy="761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8" tIns="77068" rIns="77068" bIns="7706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Lang Chain, Hugging face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Spacy NLP, </a:t>
          </a:r>
          <a:r>
            <a:rPr lang="en-GB" sz="1100" kern="1200" dirty="0" err="1"/>
            <a:t>Faiss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100" kern="1200"/>
        </a:p>
      </dsp:txBody>
      <dsp:txXfrm>
        <a:off x="1857347" y="119704"/>
        <a:ext cx="1043635" cy="761444"/>
      </dsp:txXfrm>
    </dsp:sp>
    <dsp:sp modelId="{628E9B32-A212-476D-ABD3-E94F1F053629}">
      <dsp:nvSpPr>
        <dsp:cNvPr id="0" name=""/>
        <dsp:cNvSpPr/>
      </dsp:nvSpPr>
      <dsp:spPr>
        <a:xfrm>
          <a:off x="0" y="911959"/>
          <a:ext cx="3222535" cy="7282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DAD0A0-B854-42F4-9774-EF573881B440}">
      <dsp:nvSpPr>
        <dsp:cNvPr id="0" name=""/>
        <dsp:cNvSpPr/>
      </dsp:nvSpPr>
      <dsp:spPr>
        <a:xfrm>
          <a:off x="220281" y="1131760"/>
          <a:ext cx="400511" cy="4005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A7D1C-7BC6-487A-B7E5-676DAD6BBD86}">
      <dsp:nvSpPr>
        <dsp:cNvPr id="0" name=""/>
        <dsp:cNvSpPr/>
      </dsp:nvSpPr>
      <dsp:spPr>
        <a:xfrm>
          <a:off x="980486" y="967914"/>
          <a:ext cx="794655" cy="728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8" tIns="77068" rIns="77068" bIns="7706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Database</a:t>
          </a:r>
        </a:p>
      </dsp:txBody>
      <dsp:txXfrm>
        <a:off x="980486" y="967914"/>
        <a:ext cx="794655" cy="728202"/>
      </dsp:txXfrm>
    </dsp:sp>
    <dsp:sp modelId="{75DA8AF8-647A-47C4-AB69-7C70DE8D5931}">
      <dsp:nvSpPr>
        <dsp:cNvPr id="0" name=""/>
        <dsp:cNvSpPr/>
      </dsp:nvSpPr>
      <dsp:spPr>
        <a:xfrm>
          <a:off x="1876837" y="951056"/>
          <a:ext cx="1005109" cy="761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8" tIns="77068" rIns="77068" bIns="7706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 dirty="0"/>
            <a:t>Neo4j, Vector Store, FAISS Index, Pickle Cache</a:t>
          </a:r>
          <a:endParaRPr lang="en-GB" sz="1100" kern="1200" dirty="0"/>
        </a:p>
      </dsp:txBody>
      <dsp:txXfrm>
        <a:off x="1876837" y="951056"/>
        <a:ext cx="1005109" cy="761918"/>
      </dsp:txXfrm>
    </dsp:sp>
    <dsp:sp modelId="{D39384F8-3A7A-4403-ADF6-03354C7DCBA0}">
      <dsp:nvSpPr>
        <dsp:cNvPr id="0" name=""/>
        <dsp:cNvSpPr/>
      </dsp:nvSpPr>
      <dsp:spPr>
        <a:xfrm>
          <a:off x="0" y="1886119"/>
          <a:ext cx="3222535" cy="7282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DC3A80-3EA2-44CC-A8FC-9A6B46AB88A3}">
      <dsp:nvSpPr>
        <dsp:cNvPr id="0" name=""/>
        <dsp:cNvSpPr/>
      </dsp:nvSpPr>
      <dsp:spPr>
        <a:xfrm>
          <a:off x="220281" y="2058870"/>
          <a:ext cx="400511" cy="4005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61008-258F-44D8-95DD-0B22E319B1A6}">
      <dsp:nvSpPr>
        <dsp:cNvPr id="0" name=""/>
        <dsp:cNvSpPr/>
      </dsp:nvSpPr>
      <dsp:spPr>
        <a:xfrm>
          <a:off x="890115" y="1895025"/>
          <a:ext cx="1246255" cy="728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8" tIns="77068" rIns="77068" bIns="7706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Document processing</a:t>
          </a:r>
        </a:p>
      </dsp:txBody>
      <dsp:txXfrm>
        <a:off x="890115" y="1895025"/>
        <a:ext cx="1246255" cy="728202"/>
      </dsp:txXfrm>
    </dsp:sp>
    <dsp:sp modelId="{BB372F53-2E3D-4752-9AC7-C51EE2383BDB}">
      <dsp:nvSpPr>
        <dsp:cNvPr id="0" name=""/>
        <dsp:cNvSpPr/>
      </dsp:nvSpPr>
      <dsp:spPr>
        <a:xfrm>
          <a:off x="1980590" y="1811092"/>
          <a:ext cx="1039237" cy="728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8" tIns="77068" rIns="77068" bIns="7706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 dirty="0" err="1"/>
            <a:t>PyMuPDF</a:t>
          </a:r>
          <a:r>
            <a:rPr lang="en-IN" sz="1100" b="0" i="0" kern="1200" dirty="0"/>
            <a:t>, python-pptx, </a:t>
          </a:r>
          <a:r>
            <a:rPr lang="en-IN" sz="1100" b="0" i="0" kern="1200" dirty="0" err="1"/>
            <a:t>openpyxl</a:t>
          </a:r>
          <a:r>
            <a:rPr lang="en-IN" sz="1100" b="0" i="0" kern="1200" dirty="0"/>
            <a:t>, python-docx, mammoth</a:t>
          </a:r>
          <a:endParaRPr lang="en-GB" sz="1100" kern="1200" dirty="0"/>
        </a:p>
      </dsp:txBody>
      <dsp:txXfrm>
        <a:off x="1980590" y="1811092"/>
        <a:ext cx="1039237" cy="728202"/>
      </dsp:txXfrm>
    </dsp:sp>
    <dsp:sp modelId="{CB4DEB2B-3AE1-4835-93CE-BA0BF169802D}">
      <dsp:nvSpPr>
        <dsp:cNvPr id="0" name=""/>
        <dsp:cNvSpPr/>
      </dsp:nvSpPr>
      <dsp:spPr>
        <a:xfrm>
          <a:off x="0" y="2805278"/>
          <a:ext cx="3222535" cy="7282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90BF8B-9A6E-44B9-89A9-9D91EFE0D62B}">
      <dsp:nvSpPr>
        <dsp:cNvPr id="0" name=""/>
        <dsp:cNvSpPr/>
      </dsp:nvSpPr>
      <dsp:spPr>
        <a:xfrm>
          <a:off x="220281" y="2969123"/>
          <a:ext cx="400511" cy="40051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874EC-763C-4949-B74B-01AAAC88A2FC}">
      <dsp:nvSpPr>
        <dsp:cNvPr id="0" name=""/>
        <dsp:cNvSpPr/>
      </dsp:nvSpPr>
      <dsp:spPr>
        <a:xfrm>
          <a:off x="959348" y="2805278"/>
          <a:ext cx="915948" cy="728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8" tIns="77068" rIns="77068" bIns="7706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Web &amp; UI</a:t>
          </a:r>
        </a:p>
      </dsp:txBody>
      <dsp:txXfrm>
        <a:off x="959348" y="2805278"/>
        <a:ext cx="915948" cy="728202"/>
      </dsp:txXfrm>
    </dsp:sp>
    <dsp:sp modelId="{BFFA937B-B5D7-4489-A439-1E1324740E70}">
      <dsp:nvSpPr>
        <dsp:cNvPr id="0" name=""/>
        <dsp:cNvSpPr/>
      </dsp:nvSpPr>
      <dsp:spPr>
        <a:xfrm>
          <a:off x="1993573" y="2805278"/>
          <a:ext cx="929675" cy="728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068" tIns="77068" rIns="77068" bIns="7706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i="0" kern="1200" dirty="0" err="1"/>
            <a:t>Streamlit</a:t>
          </a:r>
          <a:r>
            <a:rPr lang="en-IN" sz="1100" b="0" i="0" kern="1200" dirty="0"/>
            <a:t>, Python, Pandas, </a:t>
          </a:r>
          <a:r>
            <a:rPr lang="en-IN" sz="1100" b="0" i="0" kern="1200" dirty="0" err="1"/>
            <a:t>Groq</a:t>
          </a:r>
          <a:r>
            <a:rPr lang="en-IN" sz="1100" b="0" i="0" kern="1200" dirty="0"/>
            <a:t> API</a:t>
          </a:r>
          <a:endParaRPr lang="en-GB" sz="1100" kern="1200" dirty="0"/>
        </a:p>
      </dsp:txBody>
      <dsp:txXfrm>
        <a:off x="1993573" y="2805278"/>
        <a:ext cx="929675" cy="728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" Type="http://schemas.openxmlformats.org/officeDocument/2006/relationships/image" Target="../media/image1.jpeg"/><Relationship Id="rId16" Type="http://schemas.openxmlformats.org/officeDocument/2006/relationships/diagramQuickStyle" Target="../diagrams/quickStyle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microsoft.com/office/2007/relationships/diagramDrawing" Target="../diagrams/drawing5.xml"/><Relationship Id="rId18" Type="http://schemas.microsoft.com/office/2007/relationships/diagramDrawing" Target="../diagrams/drawing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12" Type="http://schemas.openxmlformats.org/officeDocument/2006/relationships/diagramColors" Target="../diagrams/colors5.xml"/><Relationship Id="rId17" Type="http://schemas.openxmlformats.org/officeDocument/2006/relationships/diagramColors" Target="../diagrams/colors6.xml"/><Relationship Id="rId2" Type="http://schemas.openxmlformats.org/officeDocument/2006/relationships/image" Target="../media/image1.jpeg"/><Relationship Id="rId16" Type="http://schemas.openxmlformats.org/officeDocument/2006/relationships/diagramQuickStyle" Target="../diagrams/quickStyle6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4.xml"/><Relationship Id="rId11" Type="http://schemas.openxmlformats.org/officeDocument/2006/relationships/diagramQuickStyle" Target="../diagrams/quickStyle5.xml"/><Relationship Id="rId5" Type="http://schemas.openxmlformats.org/officeDocument/2006/relationships/diagramLayout" Target="../diagrams/layout4.xml"/><Relationship Id="rId15" Type="http://schemas.openxmlformats.org/officeDocument/2006/relationships/diagramLayout" Target="../diagrams/layout6.xml"/><Relationship Id="rId10" Type="http://schemas.openxmlformats.org/officeDocument/2006/relationships/diagramLayout" Target="../diagrams/layout5.xml"/><Relationship Id="rId19" Type="http://schemas.openxmlformats.org/officeDocument/2006/relationships/image" Target="../media/image17.png"/><Relationship Id="rId4" Type="http://schemas.openxmlformats.org/officeDocument/2006/relationships/diagramData" Target="../diagrams/data4.xml"/><Relationship Id="rId9" Type="http://schemas.openxmlformats.org/officeDocument/2006/relationships/diagramData" Target="../diagrams/data5.xml"/><Relationship Id="rId14" Type="http://schemas.openxmlformats.org/officeDocument/2006/relationships/diagramData" Target="../diagrams/data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98805"/>
          <a:stretch>
            <a:fillRect/>
          </a:stretch>
        </p:blipFill>
        <p:spPr>
          <a:xfrm>
            <a:off x="0" y="0"/>
            <a:ext cx="12192000" cy="7284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b="98805"/>
          <a:stretch>
            <a:fillRect/>
          </a:stretch>
        </p:blipFill>
        <p:spPr>
          <a:xfrm>
            <a:off x="0" y="6785156"/>
            <a:ext cx="12192000" cy="7284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94446" y="6290329"/>
            <a:ext cx="2342072" cy="544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2D7041-FB81-4A23-6EF3-5E5C9AEDEF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8805"/>
          <a:stretch>
            <a:fillRect/>
          </a:stretch>
        </p:blipFill>
        <p:spPr>
          <a:xfrm>
            <a:off x="0" y="6785156"/>
            <a:ext cx="12192000" cy="72845"/>
          </a:xfrm>
          <a:prstGeom prst="rect">
            <a:avLst/>
          </a:prstGeom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979A5B6E-7461-6306-52AE-B4DC3530C1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6539601"/>
              </p:ext>
            </p:extLst>
          </p:nvPr>
        </p:nvGraphicFramePr>
        <p:xfrm>
          <a:off x="-536293" y="686727"/>
          <a:ext cx="13264586" cy="1900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A373AE5B-1367-2C6D-31FE-F7BA8FEDB2B9}"/>
              </a:ext>
            </a:extLst>
          </p:cNvPr>
          <p:cNvGrpSpPr/>
          <p:nvPr/>
        </p:nvGrpSpPr>
        <p:grpSpPr>
          <a:xfrm>
            <a:off x="1389930" y="2696091"/>
            <a:ext cx="4134086" cy="3768708"/>
            <a:chOff x="1288920" y="552341"/>
            <a:chExt cx="3414440" cy="4406091"/>
          </a:xfrm>
        </p:grpSpPr>
        <p:graphicFrame>
          <p:nvGraphicFramePr>
            <p:cNvPr id="49" name="TextBox 1">
              <a:extLst>
                <a:ext uri="{FF2B5EF4-FFF2-40B4-BE49-F238E27FC236}">
                  <a16:creationId xmlns:a16="http://schemas.microsoft.com/office/drawing/2014/main" id="{85D14F39-F590-3C4E-974D-A65B1695EE7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67009963"/>
                </p:ext>
              </p:extLst>
            </p:nvPr>
          </p:nvGraphicFramePr>
          <p:xfrm>
            <a:off x="1288920" y="813944"/>
            <a:ext cx="3414440" cy="414448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" r:lo="rId10" r:qs="rId11" r:cs="rId12"/>
            </a:graphicData>
          </a:graphic>
        </p:graphicFrame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E6E2D2B-AA1A-9BD8-CDB6-79B081DF83C8}"/>
                </a:ext>
              </a:extLst>
            </p:cNvPr>
            <p:cNvSpPr/>
            <p:nvPr/>
          </p:nvSpPr>
          <p:spPr>
            <a:xfrm>
              <a:off x="1769486" y="552341"/>
              <a:ext cx="2671947" cy="184014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WorkFlow</a:t>
              </a:r>
              <a:endParaRPr lang="en-US" sz="1200" dirty="0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5516050C-94C7-D36B-A7D6-AFB8450E7371}"/>
              </a:ext>
            </a:extLst>
          </p:cNvPr>
          <p:cNvSpPr/>
          <p:nvPr/>
        </p:nvSpPr>
        <p:spPr>
          <a:xfrm>
            <a:off x="185960" y="137494"/>
            <a:ext cx="11424793" cy="468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Multi-Format Document Q&amp;A System</a:t>
            </a:r>
          </a:p>
          <a:p>
            <a:pPr algn="ctr"/>
            <a:r>
              <a:rPr lang="en-IN" sz="1200" dirty="0"/>
              <a:t>Enhanced with </a:t>
            </a:r>
            <a:r>
              <a:rPr lang="en-IN" sz="1200" b="1" dirty="0"/>
              <a:t>Graph RAG</a:t>
            </a:r>
            <a:r>
              <a:rPr lang="en-IN" sz="1200" dirty="0"/>
              <a:t> Technology</a:t>
            </a:r>
            <a:endParaRPr lang="en-US" sz="12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594853A-07B8-F7D6-CBA5-FF8D455247FD}"/>
              </a:ext>
            </a:extLst>
          </p:cNvPr>
          <p:cNvSpPr/>
          <p:nvPr/>
        </p:nvSpPr>
        <p:spPr>
          <a:xfrm>
            <a:off x="1365493" y="2690241"/>
            <a:ext cx="4182960" cy="3844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A174490-8FFC-F373-83D7-06C3C0720310}"/>
              </a:ext>
            </a:extLst>
          </p:cNvPr>
          <p:cNvGrpSpPr/>
          <p:nvPr/>
        </p:nvGrpSpPr>
        <p:grpSpPr>
          <a:xfrm>
            <a:off x="6410428" y="2667806"/>
            <a:ext cx="3484018" cy="3874452"/>
            <a:chOff x="4714877" y="2620719"/>
            <a:chExt cx="3777520" cy="3874452"/>
          </a:xfrm>
        </p:grpSpPr>
        <p:graphicFrame>
          <p:nvGraphicFramePr>
            <p:cNvPr id="75" name="Diagram 74">
              <a:extLst>
                <a:ext uri="{FF2B5EF4-FFF2-40B4-BE49-F238E27FC236}">
                  <a16:creationId xmlns:a16="http://schemas.microsoft.com/office/drawing/2014/main" id="{DF65E481-409C-775D-F062-50EEADD7B86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289900716"/>
                </p:ext>
              </p:extLst>
            </p:nvPr>
          </p:nvGraphicFramePr>
          <p:xfrm>
            <a:off x="4856632" y="2881926"/>
            <a:ext cx="3494009" cy="354104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4" r:lo="rId15" r:qs="rId16" r:cs="rId17"/>
            </a:graphicData>
          </a:graphic>
        </p:graphicFrame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1C2D26D8-EA52-CDA2-6B34-9B9617E15D29}"/>
                </a:ext>
              </a:extLst>
            </p:cNvPr>
            <p:cNvGrpSpPr/>
            <p:nvPr/>
          </p:nvGrpSpPr>
          <p:grpSpPr>
            <a:xfrm>
              <a:off x="4714877" y="2620719"/>
              <a:ext cx="3777520" cy="3874452"/>
              <a:chOff x="4714877" y="2620719"/>
              <a:chExt cx="3777520" cy="3874452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CE315734-0C20-92B2-5EE8-8802D454973C}"/>
                  </a:ext>
                </a:extLst>
              </p:cNvPr>
              <p:cNvSpPr/>
              <p:nvPr/>
            </p:nvSpPr>
            <p:spPr>
              <a:xfrm>
                <a:off x="5236020" y="2705715"/>
                <a:ext cx="2638268" cy="20801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Tech Stack</a:t>
                </a: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1A9C8AFD-E683-59D5-9555-BBF0C36AB8F1}"/>
                  </a:ext>
                </a:extLst>
              </p:cNvPr>
              <p:cNvSpPr/>
              <p:nvPr/>
            </p:nvSpPr>
            <p:spPr>
              <a:xfrm>
                <a:off x="4714877" y="2620719"/>
                <a:ext cx="3777520" cy="387445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9152856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15903-6A7B-CBC9-B032-C133CFCAC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9939C20-0AB6-F303-C173-9C5489E48E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8805"/>
          <a:stretch>
            <a:fillRect/>
          </a:stretch>
        </p:blipFill>
        <p:spPr>
          <a:xfrm>
            <a:off x="0" y="0"/>
            <a:ext cx="12192000" cy="72845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89ED19C-8D6C-9DE1-AAAF-5A39F5411D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8805"/>
          <a:stretch>
            <a:fillRect/>
          </a:stretch>
        </p:blipFill>
        <p:spPr>
          <a:xfrm>
            <a:off x="0" y="6785156"/>
            <a:ext cx="12192000" cy="72845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34E029C6-4AFB-D3A2-435F-5E0F1EB7A9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94446" y="6290329"/>
            <a:ext cx="2342072" cy="544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7A779A-B337-6B13-8A3F-0FB2BF26D9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8805"/>
          <a:stretch>
            <a:fillRect/>
          </a:stretch>
        </p:blipFill>
        <p:spPr>
          <a:xfrm>
            <a:off x="0" y="6785156"/>
            <a:ext cx="12192000" cy="72845"/>
          </a:xfrm>
          <a:prstGeom prst="rect">
            <a:avLst/>
          </a:prstGeom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426CA251-4055-260A-A159-2D2131991335}"/>
              </a:ext>
            </a:extLst>
          </p:cNvPr>
          <p:cNvGraphicFramePr/>
          <p:nvPr/>
        </p:nvGraphicFramePr>
        <p:xfrm>
          <a:off x="-1296363" y="638917"/>
          <a:ext cx="11991372" cy="1900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488A263E-9969-E299-4BEA-1466577F48B4}"/>
              </a:ext>
            </a:extLst>
          </p:cNvPr>
          <p:cNvGrpSpPr/>
          <p:nvPr/>
        </p:nvGrpSpPr>
        <p:grpSpPr>
          <a:xfrm>
            <a:off x="47267" y="2654259"/>
            <a:ext cx="4134086" cy="3768708"/>
            <a:chOff x="1288920" y="552341"/>
            <a:chExt cx="3414440" cy="4406091"/>
          </a:xfrm>
        </p:grpSpPr>
        <p:graphicFrame>
          <p:nvGraphicFramePr>
            <p:cNvPr id="49" name="TextBox 1">
              <a:extLst>
                <a:ext uri="{FF2B5EF4-FFF2-40B4-BE49-F238E27FC236}">
                  <a16:creationId xmlns:a16="http://schemas.microsoft.com/office/drawing/2014/main" id="{C2A9EDFE-DAF7-4D5B-ED75-D9E74D4B003B}"/>
                </a:ext>
              </a:extLst>
            </p:cNvPr>
            <p:cNvGraphicFramePr/>
            <p:nvPr/>
          </p:nvGraphicFramePr>
          <p:xfrm>
            <a:off x="1288920" y="813944"/>
            <a:ext cx="3414440" cy="414448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" r:lo="rId10" r:qs="rId11" r:cs="rId12"/>
            </a:graphicData>
          </a:graphic>
        </p:graphicFrame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F3126F0-11E8-9ED7-BD1F-5399E515B44A}"/>
                </a:ext>
              </a:extLst>
            </p:cNvPr>
            <p:cNvSpPr/>
            <p:nvPr/>
          </p:nvSpPr>
          <p:spPr>
            <a:xfrm>
              <a:off x="1769486" y="552341"/>
              <a:ext cx="2671947" cy="184014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WorkFlow</a:t>
              </a:r>
              <a:endParaRPr lang="en-US" sz="1200" dirty="0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59CD8FF3-432D-E12C-973B-4C8912B38B30}"/>
              </a:ext>
            </a:extLst>
          </p:cNvPr>
          <p:cNvSpPr/>
          <p:nvPr/>
        </p:nvSpPr>
        <p:spPr>
          <a:xfrm>
            <a:off x="185960" y="137494"/>
            <a:ext cx="11424793" cy="468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Multi-Format Document Q&amp;A System</a:t>
            </a:r>
          </a:p>
          <a:p>
            <a:pPr algn="ctr"/>
            <a:r>
              <a:rPr lang="en-IN" sz="1200" dirty="0"/>
              <a:t>Enhanced with </a:t>
            </a:r>
            <a:r>
              <a:rPr lang="en-IN" sz="1200" b="1" dirty="0"/>
              <a:t>Graph RAG</a:t>
            </a:r>
            <a:r>
              <a:rPr lang="en-IN" sz="1200" dirty="0"/>
              <a:t> Technology</a:t>
            </a:r>
            <a:endParaRPr lang="en-US" sz="12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C2F791-9BEF-A690-9B1A-FFF61805D929}"/>
              </a:ext>
            </a:extLst>
          </p:cNvPr>
          <p:cNvSpPr/>
          <p:nvPr/>
        </p:nvSpPr>
        <p:spPr>
          <a:xfrm>
            <a:off x="22830" y="2620719"/>
            <a:ext cx="4182960" cy="3844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6F0301B-FFA1-3C54-575A-E33296322F86}"/>
              </a:ext>
            </a:extLst>
          </p:cNvPr>
          <p:cNvGrpSpPr/>
          <p:nvPr/>
        </p:nvGrpSpPr>
        <p:grpSpPr>
          <a:xfrm>
            <a:off x="372301" y="940793"/>
            <a:ext cx="3484018" cy="3874452"/>
            <a:chOff x="4714877" y="2620719"/>
            <a:chExt cx="3777520" cy="3874452"/>
          </a:xfrm>
        </p:grpSpPr>
        <p:graphicFrame>
          <p:nvGraphicFramePr>
            <p:cNvPr id="75" name="Diagram 74">
              <a:extLst>
                <a:ext uri="{FF2B5EF4-FFF2-40B4-BE49-F238E27FC236}">
                  <a16:creationId xmlns:a16="http://schemas.microsoft.com/office/drawing/2014/main" id="{CF59CAD2-7B30-E75D-016E-0A99ECFAFAF5}"/>
                </a:ext>
              </a:extLst>
            </p:cNvPr>
            <p:cNvGraphicFramePr/>
            <p:nvPr/>
          </p:nvGraphicFramePr>
          <p:xfrm>
            <a:off x="4856632" y="2881926"/>
            <a:ext cx="3494009" cy="354104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4" r:lo="rId15" r:qs="rId16" r:cs="rId17"/>
            </a:graphicData>
          </a:graphic>
        </p:graphicFrame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499D5778-B24D-D832-B7ED-FCFAB42A736A}"/>
                </a:ext>
              </a:extLst>
            </p:cNvPr>
            <p:cNvGrpSpPr/>
            <p:nvPr/>
          </p:nvGrpSpPr>
          <p:grpSpPr>
            <a:xfrm>
              <a:off x="4714877" y="2620719"/>
              <a:ext cx="3777520" cy="3874452"/>
              <a:chOff x="4714877" y="2620719"/>
              <a:chExt cx="3777520" cy="3874452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AE02E403-0F92-009E-E524-4DF8B85583BE}"/>
                  </a:ext>
                </a:extLst>
              </p:cNvPr>
              <p:cNvSpPr/>
              <p:nvPr/>
            </p:nvSpPr>
            <p:spPr>
              <a:xfrm>
                <a:off x="5236020" y="2705715"/>
                <a:ext cx="2638268" cy="20801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Tech Stack</a:t>
                </a: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5EECB573-5627-0F11-2068-E1B36A7C804F}"/>
                  </a:ext>
                </a:extLst>
              </p:cNvPr>
              <p:cNvSpPr/>
              <p:nvPr/>
            </p:nvSpPr>
            <p:spPr>
              <a:xfrm>
                <a:off x="4714877" y="2620719"/>
                <a:ext cx="3777520" cy="387445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85" name="Picture 8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05F952-63B2-0E4B-F049-1214E1B0940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7" y="383248"/>
            <a:ext cx="12006040" cy="643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1102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623</TotalTime>
  <Words>586</Words>
  <Application>Microsoft Macintosh PowerPoint</Application>
  <PresentationFormat>Widescreen</PresentationFormat>
  <Paragraphs>88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bhawna s</cp:lastModifiedBy>
  <cp:revision>66</cp:revision>
  <dcterms:created xsi:type="dcterms:W3CDTF">2024-12-12T07:52:56Z</dcterms:created>
  <dcterms:modified xsi:type="dcterms:W3CDTF">2025-06-17T02:05:12Z</dcterms:modified>
</cp:coreProperties>
</file>